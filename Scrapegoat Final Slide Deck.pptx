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Poppins"/>
      <p:regular r:id="rId24"/>
      <p:bold r:id="rId25"/>
      <p:italic r:id="rId26"/>
      <p:boldItalic r:id="rId27"/>
    </p:embeddedFont>
    <p:embeddedFont>
      <p:font typeface="Oxanium Medium"/>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C423D81-D004-4698-83F6-F523826D6368}">
  <a:tblStyle styleId="{AC423D81-D004-4698-83F6-F523826D636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oppins-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italic.fntdata"/><Relationship Id="rId25" Type="http://schemas.openxmlformats.org/officeDocument/2006/relationships/font" Target="fonts/Poppins-bold.fntdata"/><Relationship Id="rId28" Type="http://schemas.openxmlformats.org/officeDocument/2006/relationships/font" Target="fonts/OxaniumMedium-regular.fntdata"/><Relationship Id="rId27" Type="http://schemas.openxmlformats.org/officeDocument/2006/relationships/font" Target="fonts/Poppins-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xaniumMedium-bold.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Lucas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b1e2dfa1d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b1e2dfa1d1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Lucas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a927ca02f4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a927ca02f4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Lucas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a988f31501_1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a988f31501_1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Lucas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66e7fc02e5_1_1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66e7fc02e5_1_1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Lucas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54dda1946d_6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54dda1946d_6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Lucas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a988f3150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a988f3150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Nathan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solve the problems of modern web scraping, we would need a way to meet these requirements.</a:t>
            </a:r>
            <a:endParaRPr/>
          </a:p>
          <a:p>
            <a:pPr indent="-298450" lvl="0" marL="457200" rtl="0" algn="l">
              <a:spcBef>
                <a:spcPts val="0"/>
              </a:spcBef>
              <a:spcAft>
                <a:spcPts val="0"/>
              </a:spcAft>
              <a:buSzPts val="1100"/>
              <a:buChar char="●"/>
            </a:pPr>
            <a:r>
              <a:rPr b="1" lang="en"/>
              <a:t>Simplicity</a:t>
            </a:r>
            <a:r>
              <a:rPr lang="en"/>
              <a:t> in query building, so users aren’t immediately overwhelmed by </a:t>
            </a:r>
            <a:r>
              <a:rPr lang="en"/>
              <a:t>technical</a:t>
            </a:r>
            <a:r>
              <a:rPr lang="en"/>
              <a:t> jargon or terminology.</a:t>
            </a:r>
            <a:endParaRPr/>
          </a:p>
          <a:p>
            <a:pPr indent="-298450" lvl="0" marL="457200" rtl="0" algn="l">
              <a:spcBef>
                <a:spcPts val="0"/>
              </a:spcBef>
              <a:spcAft>
                <a:spcPts val="0"/>
              </a:spcAft>
              <a:buSzPts val="1100"/>
              <a:buChar char="●"/>
            </a:pPr>
            <a:r>
              <a:rPr b="1" lang="en"/>
              <a:t>Reusability</a:t>
            </a:r>
            <a:r>
              <a:rPr lang="en"/>
              <a:t> of code, so only minimal changes are needed from website to website.</a:t>
            </a:r>
            <a:endParaRPr/>
          </a:p>
          <a:p>
            <a:pPr indent="-298450" lvl="0" marL="457200" rtl="0" algn="l">
              <a:spcBef>
                <a:spcPts val="0"/>
              </a:spcBef>
              <a:spcAft>
                <a:spcPts val="0"/>
              </a:spcAft>
              <a:buSzPts val="1100"/>
              <a:buChar char="●"/>
            </a:pPr>
            <a:r>
              <a:rPr b="1" lang="en"/>
              <a:t>Robustness</a:t>
            </a:r>
            <a:r>
              <a:rPr lang="en"/>
              <a:t> to website changes, avoiding reliance on rigid paths.</a:t>
            </a:r>
            <a:endParaRPr/>
          </a:p>
          <a:p>
            <a:pPr indent="-298450" lvl="0" marL="457200" rtl="0" algn="l">
              <a:spcBef>
                <a:spcPts val="0"/>
              </a:spcBef>
              <a:spcAft>
                <a:spcPts val="0"/>
              </a:spcAft>
              <a:buSzPts val="1100"/>
              <a:buChar char="●"/>
            </a:pPr>
            <a:r>
              <a:rPr lang="en"/>
              <a:t>And finally, the ability to export data to common file types.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a9bbba067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a9bbba067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Lucas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a988f31501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a988f31501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Nathan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Consists of three overarching elements.</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Custom query language, built for ease of use.. simple to use but is flexible enough to generate complex queries.</a:t>
            </a:r>
            <a:endParaRPr/>
          </a:p>
          <a:p>
            <a:pPr indent="-298450" lvl="0" marL="457200" rtl="0" algn="l">
              <a:spcBef>
                <a:spcPts val="0"/>
              </a:spcBef>
              <a:spcAft>
                <a:spcPts val="0"/>
              </a:spcAft>
              <a:buSzPts val="1100"/>
              <a:buChar char="-"/>
            </a:pPr>
            <a:r>
              <a:rPr lang="en"/>
              <a:t>The API layer, which combines a Python SDK and accessible endpoint.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a8dc970a8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a8dc970a8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Arman + Kate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a8dc970a8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a8dc970a8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Kate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266e7fc02e5_1_8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266e7fc02e5_1_8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Kate</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We dedicated our time to 5 parts of the project</a:t>
            </a:r>
            <a:endParaRPr/>
          </a:p>
          <a:p>
            <a:pPr indent="-298450" lvl="0" marL="457200" rtl="0" algn="l">
              <a:spcBef>
                <a:spcPts val="0"/>
              </a:spcBef>
              <a:spcAft>
                <a:spcPts val="0"/>
              </a:spcAft>
              <a:buSzPts val="1100"/>
              <a:buChar char="●"/>
            </a:pPr>
            <a:r>
              <a:rPr lang="en"/>
              <a:t>How we distributed our work over the weeks of the project, not including midterm week</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266e7fc02e5_1_1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266e7fc02e5_1_1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Kate</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SDK + CLI - takes in Goatspeak commands, language similar to SQL, and runs them iteratively to scrape sites. built in vanilla python</a:t>
            </a:r>
            <a:endParaRPr/>
          </a:p>
          <a:p>
            <a:pPr indent="-298450" lvl="0" marL="457200" rtl="0" algn="l">
              <a:spcBef>
                <a:spcPts val="0"/>
              </a:spcBef>
              <a:spcAft>
                <a:spcPts val="0"/>
              </a:spcAft>
              <a:buSzPts val="1100"/>
              <a:buChar char="●"/>
            </a:pPr>
            <a:r>
              <a:rPr lang="en"/>
              <a:t>Loom - help user build their .goat files through a terminal visualization. also built in textual python</a:t>
            </a:r>
            <a:endParaRPr/>
          </a:p>
          <a:p>
            <a:pPr indent="-298450" lvl="0" marL="457200" rtl="0" algn="l">
              <a:spcBef>
                <a:spcPts val="0"/>
              </a:spcBef>
              <a:spcAft>
                <a:spcPts val="0"/>
              </a:spcAft>
              <a:buSzPts val="1100"/>
              <a:buChar char="●"/>
            </a:pPr>
            <a:r>
              <a:rPr lang="en"/>
              <a:t>Backend - handles the SDK, user data management and HTTP endpoints for the front end. built in fast api python</a:t>
            </a:r>
            <a:endParaRPr/>
          </a:p>
          <a:p>
            <a:pPr indent="-298450" lvl="0" marL="457200" rtl="0" algn="l">
              <a:spcBef>
                <a:spcPts val="0"/>
              </a:spcBef>
              <a:spcAft>
                <a:spcPts val="0"/>
              </a:spcAft>
              <a:buSzPts val="1100"/>
              <a:buChar char="●"/>
            </a:pPr>
            <a:r>
              <a:rPr lang="en"/>
              <a:t>Frontend - web app for users to visual DOM tree, build and save configs, and scrape using those configs. built in react</a:t>
            </a:r>
            <a:endParaRPr/>
          </a:p>
          <a:p>
            <a:pPr indent="-298450" lvl="0" marL="457200" rtl="0" algn="l">
              <a:spcBef>
                <a:spcPts val="0"/>
              </a:spcBef>
              <a:spcAft>
                <a:spcPts val="0"/>
              </a:spcAft>
              <a:buSzPts val="1100"/>
              <a:buChar char="●"/>
            </a:pPr>
            <a:r>
              <a:rPr lang="en"/>
              <a:t>LSP - vscode extension to help support .goat files. built in typescript/javascript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54dda1946d_6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54dda1946d_6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Kate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3a988f31501_1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3a988f31501_1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Quinn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a988f31501_1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3a988f31501_1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Quinn</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a988f31501_1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a988f31501_1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Arman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a9bbba067a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3a9bbba067a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952025"/>
            <a:ext cx="6918300" cy="19191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500"/>
              <a:buNone/>
              <a:defRPr sz="5500"/>
            </a:lvl1pPr>
            <a:lvl2pPr lvl="1">
              <a:spcBef>
                <a:spcPts val="0"/>
              </a:spcBef>
              <a:spcAft>
                <a:spcPts val="0"/>
              </a:spcAft>
              <a:buClr>
                <a:srgbClr val="191919"/>
              </a:buClr>
              <a:buSzPts val="5200"/>
              <a:buNone/>
              <a:defRPr sz="5200">
                <a:solidFill>
                  <a:srgbClr val="191919"/>
                </a:solidFill>
              </a:defRPr>
            </a:lvl2pPr>
            <a:lvl3pPr lvl="2">
              <a:spcBef>
                <a:spcPts val="0"/>
              </a:spcBef>
              <a:spcAft>
                <a:spcPts val="0"/>
              </a:spcAft>
              <a:buClr>
                <a:srgbClr val="191919"/>
              </a:buClr>
              <a:buSzPts val="5200"/>
              <a:buNone/>
              <a:defRPr sz="5200">
                <a:solidFill>
                  <a:srgbClr val="191919"/>
                </a:solidFill>
              </a:defRPr>
            </a:lvl3pPr>
            <a:lvl4pPr lvl="3">
              <a:spcBef>
                <a:spcPts val="0"/>
              </a:spcBef>
              <a:spcAft>
                <a:spcPts val="0"/>
              </a:spcAft>
              <a:buClr>
                <a:srgbClr val="191919"/>
              </a:buClr>
              <a:buSzPts val="5200"/>
              <a:buNone/>
              <a:defRPr sz="5200">
                <a:solidFill>
                  <a:srgbClr val="191919"/>
                </a:solidFill>
              </a:defRPr>
            </a:lvl4pPr>
            <a:lvl5pPr lvl="4">
              <a:spcBef>
                <a:spcPts val="0"/>
              </a:spcBef>
              <a:spcAft>
                <a:spcPts val="0"/>
              </a:spcAft>
              <a:buClr>
                <a:srgbClr val="191919"/>
              </a:buClr>
              <a:buSzPts val="5200"/>
              <a:buNone/>
              <a:defRPr sz="5200">
                <a:solidFill>
                  <a:srgbClr val="191919"/>
                </a:solidFill>
              </a:defRPr>
            </a:lvl5pPr>
            <a:lvl6pPr lvl="5">
              <a:spcBef>
                <a:spcPts val="0"/>
              </a:spcBef>
              <a:spcAft>
                <a:spcPts val="0"/>
              </a:spcAft>
              <a:buClr>
                <a:srgbClr val="191919"/>
              </a:buClr>
              <a:buSzPts val="5200"/>
              <a:buNone/>
              <a:defRPr sz="5200">
                <a:solidFill>
                  <a:srgbClr val="191919"/>
                </a:solidFill>
              </a:defRPr>
            </a:lvl6pPr>
            <a:lvl7pPr lvl="6">
              <a:spcBef>
                <a:spcPts val="0"/>
              </a:spcBef>
              <a:spcAft>
                <a:spcPts val="0"/>
              </a:spcAft>
              <a:buClr>
                <a:srgbClr val="191919"/>
              </a:buClr>
              <a:buSzPts val="5200"/>
              <a:buNone/>
              <a:defRPr sz="5200">
                <a:solidFill>
                  <a:srgbClr val="191919"/>
                </a:solidFill>
              </a:defRPr>
            </a:lvl7pPr>
            <a:lvl8pPr lvl="7">
              <a:spcBef>
                <a:spcPts val="0"/>
              </a:spcBef>
              <a:spcAft>
                <a:spcPts val="0"/>
              </a:spcAft>
              <a:buClr>
                <a:srgbClr val="191919"/>
              </a:buClr>
              <a:buSzPts val="5200"/>
              <a:buNone/>
              <a:defRPr sz="5200">
                <a:solidFill>
                  <a:srgbClr val="191919"/>
                </a:solidFill>
              </a:defRPr>
            </a:lvl8pPr>
            <a:lvl9pPr lvl="8">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3225" y="3807625"/>
            <a:ext cx="2575200" cy="660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solidFill>
                  <a:schemeClr val="dk1"/>
                </a:solidFill>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grpSp>
        <p:nvGrpSpPr>
          <p:cNvPr id="11" name="Google Shape;11;p2"/>
          <p:cNvGrpSpPr/>
          <p:nvPr/>
        </p:nvGrpSpPr>
        <p:grpSpPr>
          <a:xfrm>
            <a:off x="-28500" y="0"/>
            <a:ext cx="9201000" cy="5143625"/>
            <a:chOff x="-28500" y="0"/>
            <a:chExt cx="9201000" cy="5143625"/>
          </a:xfrm>
        </p:grpSpPr>
        <p:sp>
          <p:nvSpPr>
            <p:cNvPr id="12" name="Google Shape;12;p2"/>
            <p:cNvSpPr/>
            <p:nvPr/>
          </p:nvSpPr>
          <p:spPr>
            <a:xfrm>
              <a:off x="50" y="0"/>
              <a:ext cx="9144000" cy="539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nvGrpSpPr>
            <p:cNvPr id="13" name="Google Shape;13;p2"/>
            <p:cNvGrpSpPr/>
            <p:nvPr/>
          </p:nvGrpSpPr>
          <p:grpSpPr>
            <a:xfrm>
              <a:off x="8374504" y="192200"/>
              <a:ext cx="550875" cy="139200"/>
              <a:chOff x="216625" y="192200"/>
              <a:chExt cx="550875" cy="139200"/>
            </a:xfrm>
          </p:grpSpPr>
          <p:sp>
            <p:nvSpPr>
              <p:cNvPr id="14" name="Google Shape;14;p2"/>
              <p:cNvSpPr/>
              <p:nvPr/>
            </p:nvSpPr>
            <p:spPr>
              <a:xfrm>
                <a:off x="216625" y="192200"/>
                <a:ext cx="139200" cy="139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5" name="Google Shape;15;p2"/>
              <p:cNvSpPr/>
              <p:nvPr/>
            </p:nvSpPr>
            <p:spPr>
              <a:xfrm>
                <a:off x="422463" y="192200"/>
                <a:ext cx="139200" cy="13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6" name="Google Shape;16;p2"/>
              <p:cNvSpPr/>
              <p:nvPr/>
            </p:nvSpPr>
            <p:spPr>
              <a:xfrm>
                <a:off x="628300" y="192200"/>
                <a:ext cx="139200" cy="139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sp>
          <p:nvSpPr>
            <p:cNvPr id="17" name="Google Shape;17;p2"/>
            <p:cNvSpPr/>
            <p:nvPr/>
          </p:nvSpPr>
          <p:spPr>
            <a:xfrm>
              <a:off x="553849" y="168450"/>
              <a:ext cx="7560300" cy="192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nvGrpSpPr>
            <p:cNvPr id="18" name="Google Shape;18;p2"/>
            <p:cNvGrpSpPr/>
            <p:nvPr/>
          </p:nvGrpSpPr>
          <p:grpSpPr>
            <a:xfrm>
              <a:off x="-28500" y="4703097"/>
              <a:ext cx="9201000" cy="440528"/>
              <a:chOff x="-28500" y="4703097"/>
              <a:chExt cx="9201000" cy="440528"/>
            </a:xfrm>
          </p:grpSpPr>
          <p:sp>
            <p:nvSpPr>
              <p:cNvPr id="19" name="Google Shape;19;p2"/>
              <p:cNvSpPr/>
              <p:nvPr/>
            </p:nvSpPr>
            <p:spPr>
              <a:xfrm>
                <a:off x="210502" y="4703097"/>
                <a:ext cx="605400" cy="4404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0" name="Google Shape;20;p2"/>
              <p:cNvSpPr/>
              <p:nvPr/>
            </p:nvSpPr>
            <p:spPr>
              <a:xfrm>
                <a:off x="-28500" y="4876325"/>
                <a:ext cx="9201000" cy="267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nvGrpSpPr>
            <p:cNvPr id="21" name="Google Shape;21;p2"/>
            <p:cNvGrpSpPr/>
            <p:nvPr/>
          </p:nvGrpSpPr>
          <p:grpSpPr>
            <a:xfrm>
              <a:off x="254892" y="171466"/>
              <a:ext cx="192300" cy="192300"/>
              <a:chOff x="254892" y="171466"/>
              <a:chExt cx="192300" cy="192300"/>
            </a:xfrm>
          </p:grpSpPr>
          <p:sp>
            <p:nvSpPr>
              <p:cNvPr id="22" name="Google Shape;22;p2"/>
              <p:cNvSpPr/>
              <p:nvPr/>
            </p:nvSpPr>
            <p:spPr>
              <a:xfrm flipH="1">
                <a:off x="254892" y="171466"/>
                <a:ext cx="192300" cy="192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nvGrpSpPr>
              <p:cNvPr id="23" name="Google Shape;23;p2"/>
              <p:cNvGrpSpPr/>
              <p:nvPr/>
            </p:nvGrpSpPr>
            <p:grpSpPr>
              <a:xfrm>
                <a:off x="297939" y="214513"/>
                <a:ext cx="106204" cy="106204"/>
                <a:chOff x="-833062" y="1011550"/>
                <a:chExt cx="157200" cy="157200"/>
              </a:xfrm>
            </p:grpSpPr>
            <p:cxnSp>
              <p:nvCxnSpPr>
                <p:cNvPr id="24" name="Google Shape;24;p2"/>
                <p:cNvCxnSpPr/>
                <p:nvPr/>
              </p:nvCxnSpPr>
              <p:spPr>
                <a:xfrm>
                  <a:off x="-833062" y="1011550"/>
                  <a:ext cx="157200" cy="157200"/>
                </a:xfrm>
                <a:prstGeom prst="straightConnector1">
                  <a:avLst/>
                </a:prstGeom>
                <a:noFill/>
                <a:ln cap="flat" cmpd="sng" w="9525">
                  <a:solidFill>
                    <a:schemeClr val="dk2"/>
                  </a:solidFill>
                  <a:prstDash val="solid"/>
                  <a:round/>
                  <a:headEnd len="med" w="med" type="none"/>
                  <a:tailEnd len="med" w="med" type="none"/>
                </a:ln>
              </p:spPr>
            </p:cxnSp>
            <p:cxnSp>
              <p:nvCxnSpPr>
                <p:cNvPr id="25" name="Google Shape;25;p2"/>
                <p:cNvCxnSpPr/>
                <p:nvPr/>
              </p:nvCxnSpPr>
              <p:spPr>
                <a:xfrm flipH="1">
                  <a:off x="-833062" y="1011550"/>
                  <a:ext cx="157200" cy="157200"/>
                </a:xfrm>
                <a:prstGeom prst="straightConnector1">
                  <a:avLst/>
                </a:prstGeom>
                <a:noFill/>
                <a:ln cap="flat" cmpd="sng" w="9525">
                  <a:solidFill>
                    <a:schemeClr val="dk2"/>
                  </a:solidFill>
                  <a:prstDash val="solid"/>
                  <a:round/>
                  <a:headEnd len="med" w="med" type="none"/>
                  <a:tailEnd len="med" w="med" type="none"/>
                </a:ln>
              </p:spPr>
            </p:cxnSp>
          </p:gr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3"/>
          <p:cNvSpPr txBox="1"/>
          <p:nvPr>
            <p:ph type="title"/>
          </p:nvPr>
        </p:nvSpPr>
        <p:spPr>
          <a:xfrm>
            <a:off x="713225" y="3145075"/>
            <a:ext cx="6976200" cy="8418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8" name="Google Shape;28;p3"/>
          <p:cNvSpPr txBox="1"/>
          <p:nvPr>
            <p:ph hasCustomPrompt="1" idx="2" type="title"/>
          </p:nvPr>
        </p:nvSpPr>
        <p:spPr>
          <a:xfrm>
            <a:off x="737500" y="1390175"/>
            <a:ext cx="1269000" cy="7893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500"/>
              <a:buNone/>
              <a:defRPr i="1" sz="4500"/>
            </a:lvl1pPr>
            <a:lvl2pPr lvl="1" rtl="0" algn="ctr">
              <a:spcBef>
                <a:spcPts val="0"/>
              </a:spcBef>
              <a:spcAft>
                <a:spcPts val="0"/>
              </a:spcAft>
              <a:buSzPts val="4500"/>
              <a:buNone/>
              <a:defRPr i="1" sz="4500"/>
            </a:lvl2pPr>
            <a:lvl3pPr lvl="2" rtl="0" algn="ctr">
              <a:spcBef>
                <a:spcPts val="0"/>
              </a:spcBef>
              <a:spcAft>
                <a:spcPts val="0"/>
              </a:spcAft>
              <a:buSzPts val="4500"/>
              <a:buNone/>
              <a:defRPr i="1" sz="4500"/>
            </a:lvl3pPr>
            <a:lvl4pPr lvl="3" rtl="0" algn="ctr">
              <a:spcBef>
                <a:spcPts val="0"/>
              </a:spcBef>
              <a:spcAft>
                <a:spcPts val="0"/>
              </a:spcAft>
              <a:buSzPts val="4500"/>
              <a:buNone/>
              <a:defRPr i="1" sz="4500"/>
            </a:lvl4pPr>
            <a:lvl5pPr lvl="4" rtl="0" algn="ctr">
              <a:spcBef>
                <a:spcPts val="0"/>
              </a:spcBef>
              <a:spcAft>
                <a:spcPts val="0"/>
              </a:spcAft>
              <a:buSzPts val="4500"/>
              <a:buNone/>
              <a:defRPr i="1" sz="4500"/>
            </a:lvl5pPr>
            <a:lvl6pPr lvl="5" rtl="0" algn="ctr">
              <a:spcBef>
                <a:spcPts val="0"/>
              </a:spcBef>
              <a:spcAft>
                <a:spcPts val="0"/>
              </a:spcAft>
              <a:buSzPts val="4500"/>
              <a:buNone/>
              <a:defRPr i="1" sz="4500"/>
            </a:lvl6pPr>
            <a:lvl7pPr lvl="6" rtl="0" algn="ctr">
              <a:spcBef>
                <a:spcPts val="0"/>
              </a:spcBef>
              <a:spcAft>
                <a:spcPts val="0"/>
              </a:spcAft>
              <a:buSzPts val="4500"/>
              <a:buNone/>
              <a:defRPr i="1" sz="4500"/>
            </a:lvl7pPr>
            <a:lvl8pPr lvl="7" rtl="0" algn="ctr">
              <a:spcBef>
                <a:spcPts val="0"/>
              </a:spcBef>
              <a:spcAft>
                <a:spcPts val="0"/>
              </a:spcAft>
              <a:buSzPts val="4500"/>
              <a:buNone/>
              <a:defRPr i="1" sz="4500"/>
            </a:lvl8pPr>
            <a:lvl9pPr lvl="8" rtl="0" algn="ctr">
              <a:spcBef>
                <a:spcPts val="0"/>
              </a:spcBef>
              <a:spcAft>
                <a:spcPts val="0"/>
              </a:spcAft>
              <a:buSzPts val="4500"/>
              <a:buNone/>
              <a:defRPr i="1" sz="4500"/>
            </a:lvl9pPr>
          </a:lstStyle>
          <a:p>
            <a:r>
              <a:t>xx%</a:t>
            </a:r>
          </a:p>
        </p:txBody>
      </p:sp>
      <p:grpSp>
        <p:nvGrpSpPr>
          <p:cNvPr id="29" name="Google Shape;29;p3"/>
          <p:cNvGrpSpPr/>
          <p:nvPr/>
        </p:nvGrpSpPr>
        <p:grpSpPr>
          <a:xfrm rot="10800000">
            <a:off x="8710744" y="0"/>
            <a:ext cx="440400" cy="5143500"/>
            <a:chOff x="-75" y="0"/>
            <a:chExt cx="440400" cy="5143500"/>
          </a:xfrm>
        </p:grpSpPr>
        <p:sp>
          <p:nvSpPr>
            <p:cNvPr id="30" name="Google Shape;30;p3"/>
            <p:cNvSpPr/>
            <p:nvPr/>
          </p:nvSpPr>
          <p:spPr>
            <a:xfrm rot="5400000">
              <a:off x="-82575" y="607425"/>
              <a:ext cx="605400" cy="4404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1" name="Google Shape;31;p3"/>
            <p:cNvSpPr/>
            <p:nvPr/>
          </p:nvSpPr>
          <p:spPr>
            <a:xfrm>
              <a:off x="0" y="0"/>
              <a:ext cx="2781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4" name="Google Shape;34;p4"/>
          <p:cNvSpPr txBox="1"/>
          <p:nvPr>
            <p:ph idx="1" type="body"/>
          </p:nvPr>
        </p:nvSpPr>
        <p:spPr>
          <a:xfrm>
            <a:off x="720000" y="1215751"/>
            <a:ext cx="7704000" cy="4323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35" name="Google Shape;35;p4"/>
          <p:cNvGrpSpPr/>
          <p:nvPr/>
        </p:nvGrpSpPr>
        <p:grpSpPr>
          <a:xfrm>
            <a:off x="-75" y="0"/>
            <a:ext cx="8925454" cy="5143500"/>
            <a:chOff x="-75" y="0"/>
            <a:chExt cx="8925454" cy="5143500"/>
          </a:xfrm>
        </p:grpSpPr>
        <p:grpSp>
          <p:nvGrpSpPr>
            <p:cNvPr id="36" name="Google Shape;36;p4"/>
            <p:cNvGrpSpPr/>
            <p:nvPr/>
          </p:nvGrpSpPr>
          <p:grpSpPr>
            <a:xfrm>
              <a:off x="-75" y="0"/>
              <a:ext cx="440400" cy="5143500"/>
              <a:chOff x="-75" y="0"/>
              <a:chExt cx="440400" cy="5143500"/>
            </a:xfrm>
          </p:grpSpPr>
          <p:sp>
            <p:nvSpPr>
              <p:cNvPr id="37" name="Google Shape;37;p4"/>
              <p:cNvSpPr/>
              <p:nvPr/>
            </p:nvSpPr>
            <p:spPr>
              <a:xfrm rot="5400000">
                <a:off x="-82575" y="607425"/>
                <a:ext cx="605400" cy="440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8" name="Google Shape;38;p4"/>
              <p:cNvSpPr/>
              <p:nvPr/>
            </p:nvSpPr>
            <p:spPr>
              <a:xfrm>
                <a:off x="0" y="0"/>
                <a:ext cx="278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nvGrpSpPr>
            <p:cNvPr id="39" name="Google Shape;39;p4"/>
            <p:cNvGrpSpPr/>
            <p:nvPr/>
          </p:nvGrpSpPr>
          <p:grpSpPr>
            <a:xfrm>
              <a:off x="8374504" y="192200"/>
              <a:ext cx="550875" cy="139200"/>
              <a:chOff x="216625" y="192200"/>
              <a:chExt cx="550875" cy="139200"/>
            </a:xfrm>
          </p:grpSpPr>
          <p:sp>
            <p:nvSpPr>
              <p:cNvPr id="40" name="Google Shape;40;p4"/>
              <p:cNvSpPr/>
              <p:nvPr/>
            </p:nvSpPr>
            <p:spPr>
              <a:xfrm>
                <a:off x="216625" y="192200"/>
                <a:ext cx="139200" cy="139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41" name="Google Shape;41;p4"/>
              <p:cNvSpPr/>
              <p:nvPr/>
            </p:nvSpPr>
            <p:spPr>
              <a:xfrm>
                <a:off x="422463" y="192200"/>
                <a:ext cx="139200" cy="13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42" name="Google Shape;42;p4"/>
              <p:cNvSpPr/>
              <p:nvPr/>
            </p:nvSpPr>
            <p:spPr>
              <a:xfrm>
                <a:off x="628300" y="192200"/>
                <a:ext cx="139200" cy="139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3" name="Shape 43"/>
        <p:cNvGrpSpPr/>
        <p:nvPr/>
      </p:nvGrpSpPr>
      <p:grpSpPr>
        <a:xfrm>
          <a:off x="0" y="0"/>
          <a:ext cx="0" cy="0"/>
          <a:chOff x="0" y="0"/>
          <a:chExt cx="0" cy="0"/>
        </a:xfrm>
      </p:grpSpPr>
      <p:sp>
        <p:nvSpPr>
          <p:cNvPr id="44" name="Google Shape;44;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5" name="Google Shape;45;p5"/>
          <p:cNvSpPr txBox="1"/>
          <p:nvPr>
            <p:ph idx="1" type="subTitle"/>
          </p:nvPr>
        </p:nvSpPr>
        <p:spPr>
          <a:xfrm>
            <a:off x="3370647" y="3608750"/>
            <a:ext cx="2402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6" name="Google Shape;46;p5"/>
          <p:cNvSpPr txBox="1"/>
          <p:nvPr>
            <p:ph idx="2" type="subTitle"/>
          </p:nvPr>
        </p:nvSpPr>
        <p:spPr>
          <a:xfrm>
            <a:off x="720000" y="3608750"/>
            <a:ext cx="2402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7" name="Google Shape;47;p5"/>
          <p:cNvSpPr txBox="1"/>
          <p:nvPr>
            <p:ph idx="3" type="subTitle"/>
          </p:nvPr>
        </p:nvSpPr>
        <p:spPr>
          <a:xfrm>
            <a:off x="3370639" y="3300725"/>
            <a:ext cx="24027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Oxanium Medium"/>
              <a:buNone/>
              <a:defRPr sz="2400">
                <a:solidFill>
                  <a:schemeClr val="dk1"/>
                </a:solidFill>
                <a:latin typeface="Oxanium Medium"/>
                <a:ea typeface="Oxanium Medium"/>
                <a:cs typeface="Oxanium Medium"/>
                <a:sym typeface="Oxanium Medium"/>
              </a:defRPr>
            </a:lvl1pPr>
            <a:lvl2pPr lvl="1"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2pPr>
            <a:lvl3pPr lvl="2"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3pPr>
            <a:lvl4pPr lvl="3"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4pPr>
            <a:lvl5pPr lvl="4"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5pPr>
            <a:lvl6pPr lvl="5"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6pPr>
            <a:lvl7pPr lvl="6"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7pPr>
            <a:lvl8pPr lvl="7"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8pPr>
            <a:lvl9pPr lvl="8"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9pPr>
          </a:lstStyle>
          <a:p/>
        </p:txBody>
      </p:sp>
      <p:sp>
        <p:nvSpPr>
          <p:cNvPr id="48" name="Google Shape;48;p5"/>
          <p:cNvSpPr txBox="1"/>
          <p:nvPr>
            <p:ph idx="4" type="subTitle"/>
          </p:nvPr>
        </p:nvSpPr>
        <p:spPr>
          <a:xfrm>
            <a:off x="720000" y="3300725"/>
            <a:ext cx="24027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Oxanium Medium"/>
              <a:buNone/>
              <a:defRPr sz="2400">
                <a:solidFill>
                  <a:schemeClr val="dk1"/>
                </a:solidFill>
                <a:latin typeface="Oxanium Medium"/>
                <a:ea typeface="Oxanium Medium"/>
                <a:cs typeface="Oxanium Medium"/>
                <a:sym typeface="Oxanium Medium"/>
              </a:defRPr>
            </a:lvl1pPr>
            <a:lvl2pPr lvl="1"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2pPr>
            <a:lvl3pPr lvl="2"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3pPr>
            <a:lvl4pPr lvl="3"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4pPr>
            <a:lvl5pPr lvl="4"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5pPr>
            <a:lvl6pPr lvl="5"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6pPr>
            <a:lvl7pPr lvl="6"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7pPr>
            <a:lvl8pPr lvl="7"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8pPr>
            <a:lvl9pPr lvl="8"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9pPr>
          </a:lstStyle>
          <a:p/>
        </p:txBody>
      </p:sp>
      <p:sp>
        <p:nvSpPr>
          <p:cNvPr id="49" name="Google Shape;49;p5"/>
          <p:cNvSpPr txBox="1"/>
          <p:nvPr>
            <p:ph idx="5" type="subTitle"/>
          </p:nvPr>
        </p:nvSpPr>
        <p:spPr>
          <a:xfrm>
            <a:off x="6021311" y="3608750"/>
            <a:ext cx="2402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0" name="Google Shape;50;p5"/>
          <p:cNvSpPr txBox="1"/>
          <p:nvPr>
            <p:ph idx="6" type="subTitle"/>
          </p:nvPr>
        </p:nvSpPr>
        <p:spPr>
          <a:xfrm>
            <a:off x="6021302" y="3300725"/>
            <a:ext cx="24027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Oxanium Medium"/>
              <a:buNone/>
              <a:defRPr sz="2400">
                <a:solidFill>
                  <a:schemeClr val="dk1"/>
                </a:solidFill>
                <a:latin typeface="Oxanium Medium"/>
                <a:ea typeface="Oxanium Medium"/>
                <a:cs typeface="Oxanium Medium"/>
                <a:sym typeface="Oxanium Medium"/>
              </a:defRPr>
            </a:lvl1pPr>
            <a:lvl2pPr lvl="1"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2pPr>
            <a:lvl3pPr lvl="2"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3pPr>
            <a:lvl4pPr lvl="3"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4pPr>
            <a:lvl5pPr lvl="4"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5pPr>
            <a:lvl6pPr lvl="5"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6pPr>
            <a:lvl7pPr lvl="6"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7pPr>
            <a:lvl8pPr lvl="7"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8pPr>
            <a:lvl9pPr lvl="8"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9pPr>
          </a:lstStyle>
          <a:p/>
        </p:txBody>
      </p:sp>
      <p:grpSp>
        <p:nvGrpSpPr>
          <p:cNvPr id="51" name="Google Shape;51;p5"/>
          <p:cNvGrpSpPr/>
          <p:nvPr/>
        </p:nvGrpSpPr>
        <p:grpSpPr>
          <a:xfrm>
            <a:off x="-75" y="0"/>
            <a:ext cx="8925454" cy="5143500"/>
            <a:chOff x="-75" y="0"/>
            <a:chExt cx="8925454" cy="5143500"/>
          </a:xfrm>
        </p:grpSpPr>
        <p:grpSp>
          <p:nvGrpSpPr>
            <p:cNvPr id="52" name="Google Shape;52;p5"/>
            <p:cNvGrpSpPr/>
            <p:nvPr/>
          </p:nvGrpSpPr>
          <p:grpSpPr>
            <a:xfrm>
              <a:off x="-75" y="0"/>
              <a:ext cx="440400" cy="5143500"/>
              <a:chOff x="-75" y="0"/>
              <a:chExt cx="440400" cy="5143500"/>
            </a:xfrm>
          </p:grpSpPr>
          <p:sp>
            <p:nvSpPr>
              <p:cNvPr id="53" name="Google Shape;53;p5"/>
              <p:cNvSpPr/>
              <p:nvPr/>
            </p:nvSpPr>
            <p:spPr>
              <a:xfrm rot="5400000">
                <a:off x="-82575" y="607425"/>
                <a:ext cx="605400" cy="440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54" name="Google Shape;54;p5"/>
              <p:cNvSpPr/>
              <p:nvPr/>
            </p:nvSpPr>
            <p:spPr>
              <a:xfrm>
                <a:off x="0" y="0"/>
                <a:ext cx="278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nvGrpSpPr>
            <p:cNvPr id="55" name="Google Shape;55;p5"/>
            <p:cNvGrpSpPr/>
            <p:nvPr/>
          </p:nvGrpSpPr>
          <p:grpSpPr>
            <a:xfrm>
              <a:off x="8374504" y="192200"/>
              <a:ext cx="550875" cy="139200"/>
              <a:chOff x="216625" y="192200"/>
              <a:chExt cx="550875" cy="139200"/>
            </a:xfrm>
          </p:grpSpPr>
          <p:sp>
            <p:nvSpPr>
              <p:cNvPr id="56" name="Google Shape;56;p5"/>
              <p:cNvSpPr/>
              <p:nvPr/>
            </p:nvSpPr>
            <p:spPr>
              <a:xfrm>
                <a:off x="216625" y="192200"/>
                <a:ext cx="139200" cy="139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57" name="Google Shape;57;p5"/>
              <p:cNvSpPr/>
              <p:nvPr/>
            </p:nvSpPr>
            <p:spPr>
              <a:xfrm>
                <a:off x="422463" y="192200"/>
                <a:ext cx="139200" cy="13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58" name="Google Shape;58;p5"/>
              <p:cNvSpPr/>
              <p:nvPr/>
            </p:nvSpPr>
            <p:spPr>
              <a:xfrm>
                <a:off x="628300" y="192200"/>
                <a:ext cx="139200" cy="139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61" name="Google Shape;61;p6"/>
          <p:cNvGrpSpPr/>
          <p:nvPr/>
        </p:nvGrpSpPr>
        <p:grpSpPr>
          <a:xfrm>
            <a:off x="-75" y="0"/>
            <a:ext cx="8925454" cy="5143500"/>
            <a:chOff x="-75" y="0"/>
            <a:chExt cx="8925454" cy="5143500"/>
          </a:xfrm>
        </p:grpSpPr>
        <p:grpSp>
          <p:nvGrpSpPr>
            <p:cNvPr id="62" name="Google Shape;62;p6"/>
            <p:cNvGrpSpPr/>
            <p:nvPr/>
          </p:nvGrpSpPr>
          <p:grpSpPr>
            <a:xfrm>
              <a:off x="-75" y="0"/>
              <a:ext cx="440400" cy="5143500"/>
              <a:chOff x="-75" y="0"/>
              <a:chExt cx="440400" cy="5143500"/>
            </a:xfrm>
          </p:grpSpPr>
          <p:sp>
            <p:nvSpPr>
              <p:cNvPr id="63" name="Google Shape;63;p6"/>
              <p:cNvSpPr/>
              <p:nvPr/>
            </p:nvSpPr>
            <p:spPr>
              <a:xfrm rot="5400000">
                <a:off x="-82575" y="607425"/>
                <a:ext cx="605400" cy="440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64" name="Google Shape;64;p6"/>
              <p:cNvSpPr/>
              <p:nvPr/>
            </p:nvSpPr>
            <p:spPr>
              <a:xfrm>
                <a:off x="0" y="0"/>
                <a:ext cx="278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nvGrpSpPr>
            <p:cNvPr id="65" name="Google Shape;65;p6"/>
            <p:cNvGrpSpPr/>
            <p:nvPr/>
          </p:nvGrpSpPr>
          <p:grpSpPr>
            <a:xfrm>
              <a:off x="8374504" y="192200"/>
              <a:ext cx="550875" cy="139200"/>
              <a:chOff x="216625" y="192200"/>
              <a:chExt cx="550875" cy="139200"/>
            </a:xfrm>
          </p:grpSpPr>
          <p:sp>
            <p:nvSpPr>
              <p:cNvPr id="66" name="Google Shape;66;p6"/>
              <p:cNvSpPr/>
              <p:nvPr/>
            </p:nvSpPr>
            <p:spPr>
              <a:xfrm>
                <a:off x="216625" y="192200"/>
                <a:ext cx="139200" cy="139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67" name="Google Shape;67;p6"/>
              <p:cNvSpPr/>
              <p:nvPr/>
            </p:nvSpPr>
            <p:spPr>
              <a:xfrm>
                <a:off x="422463" y="192200"/>
                <a:ext cx="139200" cy="13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68" name="Google Shape;68;p6"/>
              <p:cNvSpPr/>
              <p:nvPr/>
            </p:nvSpPr>
            <p:spPr>
              <a:xfrm>
                <a:off x="628300" y="192200"/>
                <a:ext cx="139200" cy="139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9" name="Shape 69"/>
        <p:cNvGrpSpPr/>
        <p:nvPr/>
      </p:nvGrpSpPr>
      <p:grpSpPr>
        <a:xfrm>
          <a:off x="0" y="0"/>
          <a:ext cx="0" cy="0"/>
          <a:chOff x="0" y="0"/>
          <a:chExt cx="0" cy="0"/>
        </a:xfrm>
      </p:grpSpPr>
      <p:sp>
        <p:nvSpPr>
          <p:cNvPr id="70" name="Google Shape;70;p7"/>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1" name="Google Shape;71;p7"/>
          <p:cNvSpPr txBox="1"/>
          <p:nvPr>
            <p:ph idx="1" type="subTitle"/>
          </p:nvPr>
        </p:nvSpPr>
        <p:spPr>
          <a:xfrm>
            <a:off x="720000" y="1476450"/>
            <a:ext cx="3783900" cy="3027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Char char="●"/>
              <a:defRPr sz="1600"/>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1600"/>
              </a:spcBef>
              <a:spcAft>
                <a:spcPts val="0"/>
              </a:spcAft>
              <a:buClr>
                <a:srgbClr val="E76A28"/>
              </a:buClr>
              <a:buSzPts val="1500"/>
              <a:buFont typeface="Nunito Light"/>
              <a:buChar char="■"/>
              <a:defRPr/>
            </a:lvl3pPr>
            <a:lvl4pPr lvl="3" rtl="0" algn="ctr">
              <a:lnSpc>
                <a:spcPct val="100000"/>
              </a:lnSpc>
              <a:spcBef>
                <a:spcPts val="1600"/>
              </a:spcBef>
              <a:spcAft>
                <a:spcPts val="0"/>
              </a:spcAft>
              <a:buClr>
                <a:srgbClr val="E76A28"/>
              </a:buClr>
              <a:buSzPts val="1500"/>
              <a:buFont typeface="Nunito Light"/>
              <a:buChar char="●"/>
              <a:defRPr/>
            </a:lvl4pPr>
            <a:lvl5pPr lvl="4" rtl="0" algn="ctr">
              <a:lnSpc>
                <a:spcPct val="100000"/>
              </a:lnSpc>
              <a:spcBef>
                <a:spcPts val="1600"/>
              </a:spcBef>
              <a:spcAft>
                <a:spcPts val="0"/>
              </a:spcAft>
              <a:buClr>
                <a:srgbClr val="E76A28"/>
              </a:buClr>
              <a:buSzPts val="1400"/>
              <a:buFont typeface="Nunito Light"/>
              <a:buChar char="○"/>
              <a:defRPr/>
            </a:lvl5pPr>
            <a:lvl6pPr lvl="5" rtl="0" algn="ctr">
              <a:lnSpc>
                <a:spcPct val="100000"/>
              </a:lnSpc>
              <a:spcBef>
                <a:spcPts val="1600"/>
              </a:spcBef>
              <a:spcAft>
                <a:spcPts val="0"/>
              </a:spcAft>
              <a:buClr>
                <a:srgbClr val="999999"/>
              </a:buClr>
              <a:buSzPts val="1400"/>
              <a:buFont typeface="Nunito Light"/>
              <a:buChar char="■"/>
              <a:defRPr/>
            </a:lvl6pPr>
            <a:lvl7pPr lvl="6" rtl="0" algn="ctr">
              <a:lnSpc>
                <a:spcPct val="100000"/>
              </a:lnSpc>
              <a:spcBef>
                <a:spcPts val="1600"/>
              </a:spcBef>
              <a:spcAft>
                <a:spcPts val="0"/>
              </a:spcAft>
              <a:buClr>
                <a:srgbClr val="999999"/>
              </a:buClr>
              <a:buSzPts val="1300"/>
              <a:buFont typeface="Nunito Light"/>
              <a:buChar char="●"/>
              <a:defRPr/>
            </a:lvl7pPr>
            <a:lvl8pPr lvl="7" rtl="0" algn="ctr">
              <a:lnSpc>
                <a:spcPct val="100000"/>
              </a:lnSpc>
              <a:spcBef>
                <a:spcPts val="1600"/>
              </a:spcBef>
              <a:spcAft>
                <a:spcPts val="0"/>
              </a:spcAft>
              <a:buClr>
                <a:srgbClr val="999999"/>
              </a:buClr>
              <a:buSzPts val="1300"/>
              <a:buFont typeface="Nunito Light"/>
              <a:buChar char="○"/>
              <a:defRPr/>
            </a:lvl8pPr>
            <a:lvl9pPr lvl="8" rtl="0" algn="ctr">
              <a:lnSpc>
                <a:spcPct val="100000"/>
              </a:lnSpc>
              <a:spcBef>
                <a:spcPts val="1600"/>
              </a:spcBef>
              <a:spcAft>
                <a:spcPts val="1600"/>
              </a:spcAft>
              <a:buClr>
                <a:srgbClr val="999999"/>
              </a:buClr>
              <a:buSzPts val="1400"/>
              <a:buFont typeface="Nunito Light"/>
              <a:buChar char="■"/>
              <a:defRPr/>
            </a:lvl9pPr>
          </a:lstStyle>
          <a:p/>
        </p:txBody>
      </p:sp>
      <p:sp>
        <p:nvSpPr>
          <p:cNvPr id="72" name="Google Shape;72;p7"/>
          <p:cNvSpPr/>
          <p:nvPr>
            <p:ph idx="2" type="pic"/>
          </p:nvPr>
        </p:nvSpPr>
        <p:spPr>
          <a:xfrm>
            <a:off x="4785425" y="1476450"/>
            <a:ext cx="4358700" cy="3027600"/>
          </a:xfrm>
          <a:prstGeom prst="rect">
            <a:avLst/>
          </a:prstGeom>
          <a:noFill/>
          <a:ln>
            <a:noFill/>
          </a:ln>
        </p:spPr>
      </p:sp>
      <p:grpSp>
        <p:nvGrpSpPr>
          <p:cNvPr id="73" name="Google Shape;73;p7"/>
          <p:cNvGrpSpPr/>
          <p:nvPr/>
        </p:nvGrpSpPr>
        <p:grpSpPr>
          <a:xfrm>
            <a:off x="-75" y="0"/>
            <a:ext cx="8925454" cy="5143500"/>
            <a:chOff x="-75" y="0"/>
            <a:chExt cx="8925454" cy="5143500"/>
          </a:xfrm>
        </p:grpSpPr>
        <p:grpSp>
          <p:nvGrpSpPr>
            <p:cNvPr id="74" name="Google Shape;74;p7"/>
            <p:cNvGrpSpPr/>
            <p:nvPr/>
          </p:nvGrpSpPr>
          <p:grpSpPr>
            <a:xfrm>
              <a:off x="-75" y="0"/>
              <a:ext cx="440400" cy="5143500"/>
              <a:chOff x="-75" y="0"/>
              <a:chExt cx="440400" cy="5143500"/>
            </a:xfrm>
          </p:grpSpPr>
          <p:sp>
            <p:nvSpPr>
              <p:cNvPr id="75" name="Google Shape;75;p7"/>
              <p:cNvSpPr/>
              <p:nvPr/>
            </p:nvSpPr>
            <p:spPr>
              <a:xfrm rot="5400000">
                <a:off x="-82575" y="607425"/>
                <a:ext cx="605400" cy="440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76" name="Google Shape;76;p7"/>
              <p:cNvSpPr/>
              <p:nvPr/>
            </p:nvSpPr>
            <p:spPr>
              <a:xfrm>
                <a:off x="0" y="0"/>
                <a:ext cx="278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nvGrpSpPr>
            <p:cNvPr id="77" name="Google Shape;77;p7"/>
            <p:cNvGrpSpPr/>
            <p:nvPr/>
          </p:nvGrpSpPr>
          <p:grpSpPr>
            <a:xfrm>
              <a:off x="8374504" y="192200"/>
              <a:ext cx="550875" cy="139200"/>
              <a:chOff x="216625" y="192200"/>
              <a:chExt cx="550875" cy="139200"/>
            </a:xfrm>
          </p:grpSpPr>
          <p:sp>
            <p:nvSpPr>
              <p:cNvPr id="78" name="Google Shape;78;p7"/>
              <p:cNvSpPr/>
              <p:nvPr/>
            </p:nvSpPr>
            <p:spPr>
              <a:xfrm>
                <a:off x="216625" y="192200"/>
                <a:ext cx="139200" cy="139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79" name="Google Shape;79;p7"/>
              <p:cNvSpPr/>
              <p:nvPr/>
            </p:nvSpPr>
            <p:spPr>
              <a:xfrm>
                <a:off x="422463" y="192200"/>
                <a:ext cx="139200" cy="13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80" name="Google Shape;80;p7"/>
              <p:cNvSpPr/>
              <p:nvPr/>
            </p:nvSpPr>
            <p:spPr>
              <a:xfrm>
                <a:off x="628300" y="192200"/>
                <a:ext cx="139200" cy="139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81" name="Shape 81"/>
        <p:cNvGrpSpPr/>
        <p:nvPr/>
      </p:nvGrpSpPr>
      <p:grpSpPr>
        <a:xfrm>
          <a:off x="0" y="0"/>
          <a:ext cx="0" cy="0"/>
          <a:chOff x="0" y="0"/>
          <a:chExt cx="0" cy="0"/>
        </a:xfrm>
      </p:grpSpPr>
      <p:sp>
        <p:nvSpPr>
          <p:cNvPr id="82" name="Google Shape;82;p8"/>
          <p:cNvSpPr txBox="1"/>
          <p:nvPr>
            <p:ph type="title"/>
          </p:nvPr>
        </p:nvSpPr>
        <p:spPr>
          <a:xfrm>
            <a:off x="1969250" y="1469111"/>
            <a:ext cx="5205300" cy="2467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accent1"/>
        </a:solidFill>
      </p:bgPr>
    </p:bg>
    <p:spTree>
      <p:nvGrpSpPr>
        <p:cNvPr id="83" name="Shape 83"/>
        <p:cNvGrpSpPr/>
        <p:nvPr/>
      </p:nvGrpSpPr>
      <p:grpSpPr>
        <a:xfrm>
          <a:off x="0" y="0"/>
          <a:ext cx="0" cy="0"/>
          <a:chOff x="0" y="0"/>
          <a:chExt cx="0" cy="0"/>
        </a:xfrm>
      </p:grpSpPr>
      <p:sp>
        <p:nvSpPr>
          <p:cNvPr id="84" name="Google Shape;84;p9"/>
          <p:cNvSpPr txBox="1"/>
          <p:nvPr>
            <p:ph type="title"/>
          </p:nvPr>
        </p:nvSpPr>
        <p:spPr>
          <a:xfrm>
            <a:off x="2135450" y="1540750"/>
            <a:ext cx="4872900" cy="1460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sz="8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85" name="Google Shape;85;p9"/>
          <p:cNvSpPr txBox="1"/>
          <p:nvPr>
            <p:ph idx="1" type="subTitle"/>
          </p:nvPr>
        </p:nvSpPr>
        <p:spPr>
          <a:xfrm>
            <a:off x="2135550" y="3089677"/>
            <a:ext cx="4872900" cy="77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10"/>
          <p:cNvSpPr/>
          <p:nvPr>
            <p:ph idx="2" type="pic"/>
          </p:nvPr>
        </p:nvSpPr>
        <p:spPr>
          <a:xfrm>
            <a:off x="-6650" y="-6650"/>
            <a:ext cx="9150600" cy="5143500"/>
          </a:xfrm>
          <a:prstGeom prst="rect">
            <a:avLst/>
          </a:prstGeom>
          <a:noFill/>
          <a:ln>
            <a:noFill/>
          </a:ln>
        </p:spPr>
      </p:sp>
      <p:sp>
        <p:nvSpPr>
          <p:cNvPr id="88" name="Google Shape;88;p10"/>
          <p:cNvSpPr txBox="1"/>
          <p:nvPr>
            <p:ph type="title"/>
          </p:nvPr>
        </p:nvSpPr>
        <p:spPr>
          <a:xfrm>
            <a:off x="720000" y="4133300"/>
            <a:ext cx="7704000" cy="4539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11"/>
          <p:cNvSpPr txBox="1"/>
          <p:nvPr>
            <p:ph hasCustomPrompt="1" type="title"/>
          </p:nvPr>
        </p:nvSpPr>
        <p:spPr>
          <a:xfrm>
            <a:off x="1113275" y="1083025"/>
            <a:ext cx="5879700" cy="1650000"/>
          </a:xfrm>
          <a:prstGeom prst="rect">
            <a:avLst/>
          </a:prstGeom>
        </p:spPr>
        <p:txBody>
          <a:bodyPr anchorCtr="0" anchor="ctr" bIns="91425" lIns="91425" spcFirstLastPara="1" rIns="91425" wrap="square" tIns="91425">
            <a:noAutofit/>
          </a:bodyPr>
          <a:lstStyle>
            <a:lvl1pPr lvl="0">
              <a:spcBef>
                <a:spcPts val="0"/>
              </a:spcBef>
              <a:spcAft>
                <a:spcPts val="0"/>
              </a:spcAft>
              <a:buSzPts val="8500"/>
              <a:buNone/>
              <a:defRPr sz="6000"/>
            </a:lvl1pPr>
            <a:lvl2pPr lvl="1">
              <a:spcBef>
                <a:spcPts val="0"/>
              </a:spcBef>
              <a:spcAft>
                <a:spcPts val="0"/>
              </a:spcAft>
              <a:buSzPts val="8500"/>
              <a:buNone/>
              <a:defRPr sz="8500"/>
            </a:lvl2pPr>
            <a:lvl3pPr lvl="2">
              <a:spcBef>
                <a:spcPts val="0"/>
              </a:spcBef>
              <a:spcAft>
                <a:spcPts val="0"/>
              </a:spcAft>
              <a:buSzPts val="8500"/>
              <a:buNone/>
              <a:defRPr sz="8500"/>
            </a:lvl3pPr>
            <a:lvl4pPr lvl="3">
              <a:spcBef>
                <a:spcPts val="0"/>
              </a:spcBef>
              <a:spcAft>
                <a:spcPts val="0"/>
              </a:spcAft>
              <a:buSzPts val="8500"/>
              <a:buNone/>
              <a:defRPr sz="8500"/>
            </a:lvl4pPr>
            <a:lvl5pPr lvl="4">
              <a:spcBef>
                <a:spcPts val="0"/>
              </a:spcBef>
              <a:spcAft>
                <a:spcPts val="0"/>
              </a:spcAft>
              <a:buSzPts val="8500"/>
              <a:buNone/>
              <a:defRPr sz="8500"/>
            </a:lvl5pPr>
            <a:lvl6pPr lvl="5">
              <a:spcBef>
                <a:spcPts val="0"/>
              </a:spcBef>
              <a:spcAft>
                <a:spcPts val="0"/>
              </a:spcAft>
              <a:buSzPts val="8500"/>
              <a:buNone/>
              <a:defRPr sz="8500"/>
            </a:lvl6pPr>
            <a:lvl7pPr lvl="6">
              <a:spcBef>
                <a:spcPts val="0"/>
              </a:spcBef>
              <a:spcAft>
                <a:spcPts val="0"/>
              </a:spcAft>
              <a:buSzPts val="8500"/>
              <a:buNone/>
              <a:defRPr sz="8500"/>
            </a:lvl7pPr>
            <a:lvl8pPr lvl="7">
              <a:spcBef>
                <a:spcPts val="0"/>
              </a:spcBef>
              <a:spcAft>
                <a:spcPts val="0"/>
              </a:spcAft>
              <a:buSzPts val="8500"/>
              <a:buNone/>
              <a:defRPr sz="8500"/>
            </a:lvl8pPr>
            <a:lvl9pPr lvl="8">
              <a:spcBef>
                <a:spcPts val="0"/>
              </a:spcBef>
              <a:spcAft>
                <a:spcPts val="0"/>
              </a:spcAft>
              <a:buSzPts val="8500"/>
              <a:buNone/>
              <a:defRPr sz="8500"/>
            </a:lvl9pPr>
          </a:lstStyle>
          <a:p>
            <a:r>
              <a:t>xx%</a:t>
            </a:r>
          </a:p>
        </p:txBody>
      </p:sp>
      <p:sp>
        <p:nvSpPr>
          <p:cNvPr id="91" name="Google Shape;91;p11"/>
          <p:cNvSpPr txBox="1"/>
          <p:nvPr>
            <p:ph idx="1" type="subTitle"/>
          </p:nvPr>
        </p:nvSpPr>
        <p:spPr>
          <a:xfrm>
            <a:off x="713225" y="3775063"/>
            <a:ext cx="7023600" cy="497100"/>
          </a:xfrm>
          <a:prstGeom prst="rect">
            <a:avLst/>
          </a:prstGeom>
          <a:solidFill>
            <a:schemeClr val="dk2"/>
          </a:solidFill>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sz="1800"/>
            </a:lvl1pPr>
            <a:lvl2pPr lvl="1" rtl="0">
              <a:lnSpc>
                <a:spcPct val="100000"/>
              </a:lnSpc>
              <a:spcBef>
                <a:spcPts val="0"/>
              </a:spcBef>
              <a:spcAft>
                <a:spcPts val="0"/>
              </a:spcAft>
              <a:buSzPts val="1600"/>
              <a:buNone/>
              <a:defRPr sz="1600"/>
            </a:lvl2pPr>
            <a:lvl3pPr lvl="2" rtl="0">
              <a:lnSpc>
                <a:spcPct val="100000"/>
              </a:lnSpc>
              <a:spcBef>
                <a:spcPts val="1600"/>
              </a:spcBef>
              <a:spcAft>
                <a:spcPts val="0"/>
              </a:spcAft>
              <a:buSzPts val="1600"/>
              <a:buNone/>
              <a:defRPr sz="1600"/>
            </a:lvl3pPr>
            <a:lvl4pPr lvl="3" rtl="0">
              <a:lnSpc>
                <a:spcPct val="100000"/>
              </a:lnSpc>
              <a:spcBef>
                <a:spcPts val="1600"/>
              </a:spcBef>
              <a:spcAft>
                <a:spcPts val="0"/>
              </a:spcAft>
              <a:buSzPts val="1600"/>
              <a:buNone/>
              <a:defRPr sz="1600"/>
            </a:lvl4pPr>
            <a:lvl5pPr lvl="4" rtl="0">
              <a:lnSpc>
                <a:spcPct val="100000"/>
              </a:lnSpc>
              <a:spcBef>
                <a:spcPts val="1600"/>
              </a:spcBef>
              <a:spcAft>
                <a:spcPts val="0"/>
              </a:spcAft>
              <a:buSzPts val="1600"/>
              <a:buNone/>
              <a:defRPr sz="1600"/>
            </a:lvl5pPr>
            <a:lvl6pPr lvl="5" rtl="0">
              <a:lnSpc>
                <a:spcPct val="100000"/>
              </a:lnSpc>
              <a:spcBef>
                <a:spcPts val="1600"/>
              </a:spcBef>
              <a:spcAft>
                <a:spcPts val="0"/>
              </a:spcAft>
              <a:buSzPts val="1600"/>
              <a:buNone/>
              <a:defRPr sz="1600"/>
            </a:lvl6pPr>
            <a:lvl7pPr lvl="6" rtl="0">
              <a:lnSpc>
                <a:spcPct val="100000"/>
              </a:lnSpc>
              <a:spcBef>
                <a:spcPts val="1600"/>
              </a:spcBef>
              <a:spcAft>
                <a:spcPts val="0"/>
              </a:spcAft>
              <a:buSzPts val="1600"/>
              <a:buNone/>
              <a:defRPr sz="1600"/>
            </a:lvl7pPr>
            <a:lvl8pPr lvl="7" rtl="0">
              <a:lnSpc>
                <a:spcPct val="100000"/>
              </a:lnSpc>
              <a:spcBef>
                <a:spcPts val="1600"/>
              </a:spcBef>
              <a:spcAft>
                <a:spcPts val="0"/>
              </a:spcAft>
              <a:buSzPts val="1600"/>
              <a:buNone/>
              <a:defRPr sz="1600"/>
            </a:lvl8pPr>
            <a:lvl9pPr lvl="8" rtl="0">
              <a:lnSpc>
                <a:spcPct val="100000"/>
              </a:lnSpc>
              <a:spcBef>
                <a:spcPts val="1600"/>
              </a:spcBef>
              <a:spcAft>
                <a:spcPts val="1600"/>
              </a:spcAft>
              <a:buSzPts val="1600"/>
              <a:buNone/>
              <a:defRPr sz="1600"/>
            </a:lvl9pPr>
          </a:lstStyle>
          <a:p/>
        </p:txBody>
      </p:sp>
      <p:grpSp>
        <p:nvGrpSpPr>
          <p:cNvPr id="92" name="Google Shape;92;p11"/>
          <p:cNvGrpSpPr/>
          <p:nvPr/>
        </p:nvGrpSpPr>
        <p:grpSpPr>
          <a:xfrm>
            <a:off x="7893475" y="3870050"/>
            <a:ext cx="537300" cy="517800"/>
            <a:chOff x="7893475" y="539500"/>
            <a:chExt cx="537300" cy="517800"/>
          </a:xfrm>
        </p:grpSpPr>
        <p:sp>
          <p:nvSpPr>
            <p:cNvPr id="93" name="Google Shape;93;p11">
              <a:hlinkClick action="ppaction://hlinkshowjump?jump=nextslide"/>
            </p:cNvPr>
            <p:cNvSpPr/>
            <p:nvPr/>
          </p:nvSpPr>
          <p:spPr>
            <a:xfrm>
              <a:off x="7893475" y="539500"/>
              <a:ext cx="537300" cy="5178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cxnSp>
          <p:nvCxnSpPr>
            <p:cNvPr id="94" name="Google Shape;94;p11"/>
            <p:cNvCxnSpPr/>
            <p:nvPr/>
          </p:nvCxnSpPr>
          <p:spPr>
            <a:xfrm>
              <a:off x="7983475" y="799625"/>
              <a:ext cx="357300" cy="0"/>
            </a:xfrm>
            <a:prstGeom prst="straightConnector1">
              <a:avLst/>
            </a:prstGeom>
            <a:noFill/>
            <a:ln cap="flat" cmpd="sng" w="9525">
              <a:solidFill>
                <a:schemeClr val="dk1"/>
              </a:solidFill>
              <a:prstDash val="solid"/>
              <a:round/>
              <a:headEnd len="med" w="med" type="none"/>
              <a:tailEnd len="med" w="med" type="triangle"/>
            </a:ln>
          </p:spPr>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95" name="Shape 9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96" name="Shape 96"/>
        <p:cNvGrpSpPr/>
        <p:nvPr/>
      </p:nvGrpSpPr>
      <p:grpSpPr>
        <a:xfrm>
          <a:off x="0" y="0"/>
          <a:ext cx="0" cy="0"/>
          <a:chOff x="0" y="0"/>
          <a:chExt cx="0" cy="0"/>
        </a:xfrm>
      </p:grpSpPr>
      <p:sp>
        <p:nvSpPr>
          <p:cNvPr id="97" name="Google Shape;97;p13"/>
          <p:cNvSpPr/>
          <p:nvPr>
            <p:ph idx="2" type="pic"/>
          </p:nvPr>
        </p:nvSpPr>
        <p:spPr>
          <a:xfrm>
            <a:off x="4931650" y="-7850"/>
            <a:ext cx="4219500" cy="5143500"/>
          </a:xfrm>
          <a:prstGeom prst="rect">
            <a:avLst/>
          </a:prstGeom>
          <a:noFill/>
          <a:ln>
            <a:noFill/>
          </a:ln>
        </p:spPr>
      </p:sp>
      <p:sp>
        <p:nvSpPr>
          <p:cNvPr id="98" name="Google Shape;98;p13"/>
          <p:cNvSpPr txBox="1"/>
          <p:nvPr>
            <p:ph type="title"/>
          </p:nvPr>
        </p:nvSpPr>
        <p:spPr>
          <a:xfrm>
            <a:off x="713225" y="2282775"/>
            <a:ext cx="3634500" cy="1602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99" name="Google Shape;99;p13"/>
          <p:cNvSpPr txBox="1"/>
          <p:nvPr>
            <p:ph idx="1" type="subTitle"/>
          </p:nvPr>
        </p:nvSpPr>
        <p:spPr>
          <a:xfrm>
            <a:off x="713225" y="3885800"/>
            <a:ext cx="3634500" cy="718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0" name="Google Shape;100;p13"/>
          <p:cNvSpPr txBox="1"/>
          <p:nvPr>
            <p:ph hasCustomPrompt="1" idx="3" type="title"/>
          </p:nvPr>
        </p:nvSpPr>
        <p:spPr>
          <a:xfrm>
            <a:off x="737500" y="1042772"/>
            <a:ext cx="1269000" cy="7893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4500"/>
              <a:buNone/>
              <a:defRPr i="1" sz="4500"/>
            </a:lvl1pPr>
            <a:lvl2pPr lvl="1" rtl="0" algn="ctr">
              <a:spcBef>
                <a:spcPts val="0"/>
              </a:spcBef>
              <a:spcAft>
                <a:spcPts val="0"/>
              </a:spcAft>
              <a:buSzPts val="4500"/>
              <a:buNone/>
              <a:defRPr i="1" sz="4500"/>
            </a:lvl2pPr>
            <a:lvl3pPr lvl="2" rtl="0" algn="ctr">
              <a:spcBef>
                <a:spcPts val="0"/>
              </a:spcBef>
              <a:spcAft>
                <a:spcPts val="0"/>
              </a:spcAft>
              <a:buSzPts val="4500"/>
              <a:buNone/>
              <a:defRPr i="1" sz="4500"/>
            </a:lvl3pPr>
            <a:lvl4pPr lvl="3" rtl="0" algn="ctr">
              <a:spcBef>
                <a:spcPts val="0"/>
              </a:spcBef>
              <a:spcAft>
                <a:spcPts val="0"/>
              </a:spcAft>
              <a:buSzPts val="4500"/>
              <a:buNone/>
              <a:defRPr i="1" sz="4500"/>
            </a:lvl4pPr>
            <a:lvl5pPr lvl="4" rtl="0" algn="ctr">
              <a:spcBef>
                <a:spcPts val="0"/>
              </a:spcBef>
              <a:spcAft>
                <a:spcPts val="0"/>
              </a:spcAft>
              <a:buSzPts val="4500"/>
              <a:buNone/>
              <a:defRPr i="1" sz="4500"/>
            </a:lvl5pPr>
            <a:lvl6pPr lvl="5" rtl="0" algn="ctr">
              <a:spcBef>
                <a:spcPts val="0"/>
              </a:spcBef>
              <a:spcAft>
                <a:spcPts val="0"/>
              </a:spcAft>
              <a:buSzPts val="4500"/>
              <a:buNone/>
              <a:defRPr i="1" sz="4500"/>
            </a:lvl6pPr>
            <a:lvl7pPr lvl="6" rtl="0" algn="ctr">
              <a:spcBef>
                <a:spcPts val="0"/>
              </a:spcBef>
              <a:spcAft>
                <a:spcPts val="0"/>
              </a:spcAft>
              <a:buSzPts val="4500"/>
              <a:buNone/>
              <a:defRPr i="1" sz="4500"/>
            </a:lvl7pPr>
            <a:lvl8pPr lvl="7" rtl="0" algn="ctr">
              <a:spcBef>
                <a:spcPts val="0"/>
              </a:spcBef>
              <a:spcAft>
                <a:spcPts val="0"/>
              </a:spcAft>
              <a:buSzPts val="4500"/>
              <a:buNone/>
              <a:defRPr i="1" sz="4500"/>
            </a:lvl8pPr>
            <a:lvl9pPr lvl="8" rtl="0" algn="ctr">
              <a:spcBef>
                <a:spcPts val="0"/>
              </a:spcBef>
              <a:spcAft>
                <a:spcPts val="0"/>
              </a:spcAft>
              <a:buSzPts val="4500"/>
              <a:buNone/>
              <a:defRPr i="1" sz="4500"/>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01" name="Shape 101"/>
        <p:cNvGrpSpPr/>
        <p:nvPr/>
      </p:nvGrpSpPr>
      <p:grpSpPr>
        <a:xfrm>
          <a:off x="0" y="0"/>
          <a:ext cx="0" cy="0"/>
          <a:chOff x="0" y="0"/>
          <a:chExt cx="0" cy="0"/>
        </a:xfrm>
      </p:grpSpPr>
      <p:sp>
        <p:nvSpPr>
          <p:cNvPr id="102" name="Google Shape;102;p14"/>
          <p:cNvSpPr txBox="1"/>
          <p:nvPr>
            <p:ph idx="1" type="subTitle"/>
          </p:nvPr>
        </p:nvSpPr>
        <p:spPr>
          <a:xfrm>
            <a:off x="1747525" y="1507175"/>
            <a:ext cx="2633400" cy="880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Oxanium Medium"/>
              <a:buNone/>
              <a:defRPr sz="2400">
                <a:solidFill>
                  <a:schemeClr val="dk1"/>
                </a:solidFill>
                <a:latin typeface="Oxanium Medium"/>
                <a:ea typeface="Oxanium Medium"/>
                <a:cs typeface="Oxanium Medium"/>
                <a:sym typeface="Oxanium Medium"/>
              </a:defRPr>
            </a:lvl1pPr>
            <a:lvl2pPr lvl="1"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2pPr>
            <a:lvl3pPr lvl="2"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3pPr>
            <a:lvl4pPr lvl="3"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4pPr>
            <a:lvl5pPr lvl="4"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5pPr>
            <a:lvl6pPr lvl="5"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6pPr>
            <a:lvl7pPr lvl="6"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7pPr>
            <a:lvl8pPr lvl="7"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8pPr>
            <a:lvl9pPr lvl="8"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9pPr>
          </a:lstStyle>
          <a:p/>
        </p:txBody>
      </p:sp>
      <p:sp>
        <p:nvSpPr>
          <p:cNvPr id="103" name="Google Shape;103;p14"/>
          <p:cNvSpPr txBox="1"/>
          <p:nvPr>
            <p:ph idx="2" type="subTitle"/>
          </p:nvPr>
        </p:nvSpPr>
        <p:spPr>
          <a:xfrm>
            <a:off x="1747537" y="2249800"/>
            <a:ext cx="26334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4" name="Google Shape;104;p14"/>
          <p:cNvSpPr txBox="1"/>
          <p:nvPr>
            <p:ph idx="3" type="subTitle"/>
          </p:nvPr>
        </p:nvSpPr>
        <p:spPr>
          <a:xfrm>
            <a:off x="1747535" y="3901113"/>
            <a:ext cx="26334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5" name="Google Shape;105;p14"/>
          <p:cNvSpPr txBox="1"/>
          <p:nvPr>
            <p:ph hasCustomPrompt="1" type="title"/>
          </p:nvPr>
        </p:nvSpPr>
        <p:spPr>
          <a:xfrm>
            <a:off x="832614" y="3242830"/>
            <a:ext cx="734700" cy="731400"/>
          </a:xfrm>
          <a:prstGeom prst="rect">
            <a:avLst/>
          </a:prstGeom>
          <a:solidFill>
            <a:schemeClr val="accent4"/>
          </a:solid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06" name="Google Shape;106;p14"/>
          <p:cNvSpPr txBox="1"/>
          <p:nvPr>
            <p:ph idx="4" type="subTitle"/>
          </p:nvPr>
        </p:nvSpPr>
        <p:spPr>
          <a:xfrm>
            <a:off x="1747525" y="3158500"/>
            <a:ext cx="2633400" cy="880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Oxanium Medium"/>
              <a:buNone/>
              <a:defRPr sz="2400">
                <a:solidFill>
                  <a:schemeClr val="dk1"/>
                </a:solidFill>
                <a:latin typeface="Oxanium Medium"/>
                <a:ea typeface="Oxanium Medium"/>
                <a:cs typeface="Oxanium Medium"/>
                <a:sym typeface="Oxanium Medium"/>
              </a:defRPr>
            </a:lvl1pPr>
            <a:lvl2pPr lvl="1"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2pPr>
            <a:lvl3pPr lvl="2"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3pPr>
            <a:lvl4pPr lvl="3"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4pPr>
            <a:lvl5pPr lvl="4"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5pPr>
            <a:lvl6pPr lvl="5"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6pPr>
            <a:lvl7pPr lvl="6"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7pPr>
            <a:lvl8pPr lvl="7"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8pPr>
            <a:lvl9pPr lvl="8"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9pPr>
          </a:lstStyle>
          <a:p/>
        </p:txBody>
      </p:sp>
      <p:sp>
        <p:nvSpPr>
          <p:cNvPr id="107" name="Google Shape;107;p14"/>
          <p:cNvSpPr txBox="1"/>
          <p:nvPr/>
        </p:nvSpPr>
        <p:spPr>
          <a:xfrm>
            <a:off x="832614" y="1585221"/>
            <a:ext cx="734700" cy="731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0" i="1" lang="en">
                <a:solidFill>
                  <a:schemeClr val="dk1"/>
                </a:solidFill>
                <a:latin typeface="Oxanium Medium"/>
                <a:ea typeface="Oxanium Medium"/>
                <a:cs typeface="Oxanium Medium"/>
                <a:sym typeface="Oxanium Medium"/>
              </a:rPr>
              <a:t>01</a:t>
            </a:r>
            <a:endParaRPr b="0" i="1">
              <a:solidFill>
                <a:schemeClr val="dk1"/>
              </a:solidFill>
              <a:latin typeface="Oxanium Medium"/>
              <a:ea typeface="Oxanium Medium"/>
              <a:cs typeface="Oxanium Medium"/>
              <a:sym typeface="Oxanium Medium"/>
            </a:endParaRPr>
          </a:p>
        </p:txBody>
      </p:sp>
      <p:sp>
        <p:nvSpPr>
          <p:cNvPr id="108" name="Google Shape;108;p14"/>
          <p:cNvSpPr txBox="1"/>
          <p:nvPr>
            <p:ph idx="5"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9" name="Google Shape;109;p14"/>
          <p:cNvSpPr txBox="1"/>
          <p:nvPr>
            <p:ph idx="6" type="subTitle"/>
          </p:nvPr>
        </p:nvSpPr>
        <p:spPr>
          <a:xfrm>
            <a:off x="5677946" y="2249800"/>
            <a:ext cx="26334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0" name="Google Shape;110;p14"/>
          <p:cNvSpPr txBox="1"/>
          <p:nvPr>
            <p:ph idx="7" type="subTitle"/>
          </p:nvPr>
        </p:nvSpPr>
        <p:spPr>
          <a:xfrm>
            <a:off x="5677964" y="3901113"/>
            <a:ext cx="26334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1" name="Google Shape;111;p14"/>
          <p:cNvSpPr txBox="1"/>
          <p:nvPr>
            <p:ph hasCustomPrompt="1" idx="8" type="title"/>
          </p:nvPr>
        </p:nvSpPr>
        <p:spPr>
          <a:xfrm>
            <a:off x="832614" y="1580858"/>
            <a:ext cx="734700" cy="731400"/>
          </a:xfrm>
          <a:prstGeom prst="rect">
            <a:avLst/>
          </a:prstGeom>
          <a:solidFill>
            <a:schemeClr val="accent5"/>
          </a:solid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12" name="Google Shape;112;p14"/>
          <p:cNvSpPr txBox="1"/>
          <p:nvPr>
            <p:ph hasCustomPrompt="1" idx="9" type="title"/>
          </p:nvPr>
        </p:nvSpPr>
        <p:spPr>
          <a:xfrm>
            <a:off x="4763039" y="3236533"/>
            <a:ext cx="734700" cy="731400"/>
          </a:xfrm>
          <a:prstGeom prst="rect">
            <a:avLst/>
          </a:prstGeom>
          <a:solidFill>
            <a:schemeClr val="accent3"/>
          </a:solid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13" name="Google Shape;113;p14"/>
          <p:cNvSpPr txBox="1"/>
          <p:nvPr>
            <p:ph hasCustomPrompt="1" idx="13" type="title"/>
          </p:nvPr>
        </p:nvSpPr>
        <p:spPr>
          <a:xfrm>
            <a:off x="4763064" y="1580858"/>
            <a:ext cx="734700" cy="731400"/>
          </a:xfrm>
          <a:prstGeom prst="rect">
            <a:avLst/>
          </a:prstGeom>
          <a:solidFill>
            <a:schemeClr val="accent6"/>
          </a:solid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114" name="Google Shape;114;p14"/>
          <p:cNvSpPr txBox="1"/>
          <p:nvPr>
            <p:ph idx="14" type="subTitle"/>
          </p:nvPr>
        </p:nvSpPr>
        <p:spPr>
          <a:xfrm>
            <a:off x="5677947" y="1507175"/>
            <a:ext cx="2633400" cy="880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Oxanium Medium"/>
              <a:buNone/>
              <a:defRPr sz="2400">
                <a:solidFill>
                  <a:schemeClr val="dk1"/>
                </a:solidFill>
                <a:latin typeface="Oxanium Medium"/>
                <a:ea typeface="Oxanium Medium"/>
                <a:cs typeface="Oxanium Medium"/>
                <a:sym typeface="Oxanium Medium"/>
              </a:defRPr>
            </a:lvl1pPr>
            <a:lvl2pPr lvl="1"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2pPr>
            <a:lvl3pPr lvl="2"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3pPr>
            <a:lvl4pPr lvl="3"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4pPr>
            <a:lvl5pPr lvl="4"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5pPr>
            <a:lvl6pPr lvl="5"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6pPr>
            <a:lvl7pPr lvl="6"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7pPr>
            <a:lvl8pPr lvl="7"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8pPr>
            <a:lvl9pPr lvl="8"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9pPr>
          </a:lstStyle>
          <a:p/>
        </p:txBody>
      </p:sp>
      <p:sp>
        <p:nvSpPr>
          <p:cNvPr id="115" name="Google Shape;115;p14"/>
          <p:cNvSpPr txBox="1"/>
          <p:nvPr>
            <p:ph idx="15" type="subTitle"/>
          </p:nvPr>
        </p:nvSpPr>
        <p:spPr>
          <a:xfrm>
            <a:off x="5677966" y="3158500"/>
            <a:ext cx="2633400" cy="880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Oxanium Medium"/>
              <a:buNone/>
              <a:defRPr sz="2400">
                <a:solidFill>
                  <a:schemeClr val="dk1"/>
                </a:solidFill>
                <a:latin typeface="Oxanium Medium"/>
                <a:ea typeface="Oxanium Medium"/>
                <a:cs typeface="Oxanium Medium"/>
                <a:sym typeface="Oxanium Medium"/>
              </a:defRPr>
            </a:lvl1pPr>
            <a:lvl2pPr lvl="1"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2pPr>
            <a:lvl3pPr lvl="2"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3pPr>
            <a:lvl4pPr lvl="3"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4pPr>
            <a:lvl5pPr lvl="4"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5pPr>
            <a:lvl6pPr lvl="5"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6pPr>
            <a:lvl7pPr lvl="6"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7pPr>
            <a:lvl8pPr lvl="7"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8pPr>
            <a:lvl9pPr lvl="8"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9pPr>
          </a:lstStyle>
          <a:p/>
        </p:txBody>
      </p:sp>
      <p:grpSp>
        <p:nvGrpSpPr>
          <p:cNvPr id="116" name="Google Shape;116;p14"/>
          <p:cNvGrpSpPr/>
          <p:nvPr/>
        </p:nvGrpSpPr>
        <p:grpSpPr>
          <a:xfrm>
            <a:off x="-75" y="0"/>
            <a:ext cx="8925454" cy="5143500"/>
            <a:chOff x="-75" y="0"/>
            <a:chExt cx="8925454" cy="5143500"/>
          </a:xfrm>
        </p:grpSpPr>
        <p:grpSp>
          <p:nvGrpSpPr>
            <p:cNvPr id="117" name="Google Shape;117;p14"/>
            <p:cNvGrpSpPr/>
            <p:nvPr/>
          </p:nvGrpSpPr>
          <p:grpSpPr>
            <a:xfrm>
              <a:off x="-75" y="0"/>
              <a:ext cx="440400" cy="5143500"/>
              <a:chOff x="-75" y="0"/>
              <a:chExt cx="440400" cy="5143500"/>
            </a:xfrm>
          </p:grpSpPr>
          <p:sp>
            <p:nvSpPr>
              <p:cNvPr id="118" name="Google Shape;118;p14"/>
              <p:cNvSpPr/>
              <p:nvPr/>
            </p:nvSpPr>
            <p:spPr>
              <a:xfrm rot="5400000">
                <a:off x="-82575" y="607425"/>
                <a:ext cx="605400" cy="440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19" name="Google Shape;119;p14"/>
              <p:cNvSpPr/>
              <p:nvPr/>
            </p:nvSpPr>
            <p:spPr>
              <a:xfrm>
                <a:off x="0" y="0"/>
                <a:ext cx="278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nvGrpSpPr>
            <p:cNvPr id="120" name="Google Shape;120;p14"/>
            <p:cNvGrpSpPr/>
            <p:nvPr/>
          </p:nvGrpSpPr>
          <p:grpSpPr>
            <a:xfrm>
              <a:off x="8374504" y="192200"/>
              <a:ext cx="550875" cy="139200"/>
              <a:chOff x="216625" y="192200"/>
              <a:chExt cx="550875" cy="139200"/>
            </a:xfrm>
          </p:grpSpPr>
          <p:sp>
            <p:nvSpPr>
              <p:cNvPr id="121" name="Google Shape;121;p14"/>
              <p:cNvSpPr/>
              <p:nvPr/>
            </p:nvSpPr>
            <p:spPr>
              <a:xfrm>
                <a:off x="216625" y="192200"/>
                <a:ext cx="139200" cy="139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22" name="Google Shape;122;p14"/>
              <p:cNvSpPr/>
              <p:nvPr/>
            </p:nvSpPr>
            <p:spPr>
              <a:xfrm>
                <a:off x="422463" y="192200"/>
                <a:ext cx="139200" cy="13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23" name="Google Shape;123;p14"/>
              <p:cNvSpPr/>
              <p:nvPr/>
            </p:nvSpPr>
            <p:spPr>
              <a:xfrm>
                <a:off x="628300" y="192200"/>
                <a:ext cx="139200" cy="139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24" name="Shape 124"/>
        <p:cNvGrpSpPr/>
        <p:nvPr/>
      </p:nvGrpSpPr>
      <p:grpSpPr>
        <a:xfrm>
          <a:off x="0" y="0"/>
          <a:ext cx="0" cy="0"/>
          <a:chOff x="0" y="0"/>
          <a:chExt cx="0" cy="0"/>
        </a:xfrm>
      </p:grpSpPr>
      <p:sp>
        <p:nvSpPr>
          <p:cNvPr id="125" name="Google Shape;125;p15"/>
          <p:cNvSpPr txBox="1"/>
          <p:nvPr>
            <p:ph type="title"/>
          </p:nvPr>
        </p:nvSpPr>
        <p:spPr>
          <a:xfrm>
            <a:off x="1226475" y="3464825"/>
            <a:ext cx="6691200" cy="531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26" name="Google Shape;126;p15"/>
          <p:cNvSpPr txBox="1"/>
          <p:nvPr>
            <p:ph idx="1" type="subTitle"/>
          </p:nvPr>
        </p:nvSpPr>
        <p:spPr>
          <a:xfrm>
            <a:off x="1226400" y="1080275"/>
            <a:ext cx="6691200" cy="23406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grpSp>
        <p:nvGrpSpPr>
          <p:cNvPr id="127" name="Google Shape;127;p15"/>
          <p:cNvGrpSpPr/>
          <p:nvPr/>
        </p:nvGrpSpPr>
        <p:grpSpPr>
          <a:xfrm>
            <a:off x="-28500" y="0"/>
            <a:ext cx="9201000" cy="5143625"/>
            <a:chOff x="-28500" y="0"/>
            <a:chExt cx="9201000" cy="5143625"/>
          </a:xfrm>
        </p:grpSpPr>
        <p:sp>
          <p:nvSpPr>
            <p:cNvPr id="128" name="Google Shape;128;p15"/>
            <p:cNvSpPr/>
            <p:nvPr/>
          </p:nvSpPr>
          <p:spPr>
            <a:xfrm>
              <a:off x="50" y="0"/>
              <a:ext cx="9144000" cy="539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nvGrpSpPr>
            <p:cNvPr id="129" name="Google Shape;129;p15"/>
            <p:cNvGrpSpPr/>
            <p:nvPr/>
          </p:nvGrpSpPr>
          <p:grpSpPr>
            <a:xfrm>
              <a:off x="8374504" y="192200"/>
              <a:ext cx="550875" cy="139200"/>
              <a:chOff x="216625" y="192200"/>
              <a:chExt cx="550875" cy="139200"/>
            </a:xfrm>
          </p:grpSpPr>
          <p:sp>
            <p:nvSpPr>
              <p:cNvPr id="130" name="Google Shape;130;p15"/>
              <p:cNvSpPr/>
              <p:nvPr/>
            </p:nvSpPr>
            <p:spPr>
              <a:xfrm>
                <a:off x="216625" y="192200"/>
                <a:ext cx="139200" cy="139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31" name="Google Shape;131;p15"/>
              <p:cNvSpPr/>
              <p:nvPr/>
            </p:nvSpPr>
            <p:spPr>
              <a:xfrm>
                <a:off x="422463" y="192200"/>
                <a:ext cx="139200" cy="13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32" name="Google Shape;132;p15"/>
              <p:cNvSpPr/>
              <p:nvPr/>
            </p:nvSpPr>
            <p:spPr>
              <a:xfrm>
                <a:off x="628300" y="192200"/>
                <a:ext cx="139200" cy="139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sp>
          <p:nvSpPr>
            <p:cNvPr id="133" name="Google Shape;133;p15"/>
            <p:cNvSpPr/>
            <p:nvPr/>
          </p:nvSpPr>
          <p:spPr>
            <a:xfrm>
              <a:off x="553849" y="168450"/>
              <a:ext cx="7560300" cy="192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nvGrpSpPr>
            <p:cNvPr id="134" name="Google Shape;134;p15"/>
            <p:cNvGrpSpPr/>
            <p:nvPr/>
          </p:nvGrpSpPr>
          <p:grpSpPr>
            <a:xfrm>
              <a:off x="-28500" y="4703097"/>
              <a:ext cx="9201000" cy="440528"/>
              <a:chOff x="-28500" y="4703097"/>
              <a:chExt cx="9201000" cy="440528"/>
            </a:xfrm>
          </p:grpSpPr>
          <p:sp>
            <p:nvSpPr>
              <p:cNvPr id="135" name="Google Shape;135;p15"/>
              <p:cNvSpPr/>
              <p:nvPr/>
            </p:nvSpPr>
            <p:spPr>
              <a:xfrm>
                <a:off x="7312277" y="4703097"/>
                <a:ext cx="605400" cy="4404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36" name="Google Shape;136;p15"/>
              <p:cNvSpPr/>
              <p:nvPr/>
            </p:nvSpPr>
            <p:spPr>
              <a:xfrm>
                <a:off x="-28500" y="4876325"/>
                <a:ext cx="9201000" cy="267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nvGrpSpPr>
            <p:cNvPr id="137" name="Google Shape;137;p15"/>
            <p:cNvGrpSpPr/>
            <p:nvPr/>
          </p:nvGrpSpPr>
          <p:grpSpPr>
            <a:xfrm>
              <a:off x="254892" y="171466"/>
              <a:ext cx="192300" cy="192300"/>
              <a:chOff x="254892" y="171466"/>
              <a:chExt cx="192300" cy="192300"/>
            </a:xfrm>
          </p:grpSpPr>
          <p:sp>
            <p:nvSpPr>
              <p:cNvPr id="138" name="Google Shape;138;p15"/>
              <p:cNvSpPr/>
              <p:nvPr/>
            </p:nvSpPr>
            <p:spPr>
              <a:xfrm flipH="1">
                <a:off x="254892" y="171466"/>
                <a:ext cx="192300" cy="192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nvGrpSpPr>
              <p:cNvPr id="139" name="Google Shape;139;p15"/>
              <p:cNvGrpSpPr/>
              <p:nvPr/>
            </p:nvGrpSpPr>
            <p:grpSpPr>
              <a:xfrm>
                <a:off x="297939" y="214513"/>
                <a:ext cx="106204" cy="106204"/>
                <a:chOff x="-833062" y="1011550"/>
                <a:chExt cx="157200" cy="157200"/>
              </a:xfrm>
            </p:grpSpPr>
            <p:cxnSp>
              <p:nvCxnSpPr>
                <p:cNvPr id="140" name="Google Shape;140;p15"/>
                <p:cNvCxnSpPr/>
                <p:nvPr/>
              </p:nvCxnSpPr>
              <p:spPr>
                <a:xfrm>
                  <a:off x="-833062" y="1011550"/>
                  <a:ext cx="157200" cy="157200"/>
                </a:xfrm>
                <a:prstGeom prst="straightConnector1">
                  <a:avLst/>
                </a:prstGeom>
                <a:noFill/>
                <a:ln cap="flat" cmpd="sng" w="9525">
                  <a:solidFill>
                    <a:schemeClr val="dk2"/>
                  </a:solidFill>
                  <a:prstDash val="solid"/>
                  <a:round/>
                  <a:headEnd len="med" w="med" type="none"/>
                  <a:tailEnd len="med" w="med" type="none"/>
                </a:ln>
              </p:spPr>
            </p:cxnSp>
            <p:cxnSp>
              <p:nvCxnSpPr>
                <p:cNvPr id="141" name="Google Shape;141;p15"/>
                <p:cNvCxnSpPr/>
                <p:nvPr/>
              </p:nvCxnSpPr>
              <p:spPr>
                <a:xfrm flipH="1">
                  <a:off x="-833062" y="1011550"/>
                  <a:ext cx="157200" cy="157200"/>
                </a:xfrm>
                <a:prstGeom prst="straightConnector1">
                  <a:avLst/>
                </a:prstGeom>
                <a:noFill/>
                <a:ln cap="flat" cmpd="sng" w="9525">
                  <a:solidFill>
                    <a:schemeClr val="dk2"/>
                  </a:solidFill>
                  <a:prstDash val="solid"/>
                  <a:round/>
                  <a:headEnd len="med" w="med" type="none"/>
                  <a:tailEnd len="med" w="med" type="none"/>
                </a:ln>
              </p:spPr>
            </p:cxnSp>
          </p:gr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42" name="Shape 142"/>
        <p:cNvGrpSpPr/>
        <p:nvPr/>
      </p:nvGrpSpPr>
      <p:grpSpPr>
        <a:xfrm>
          <a:off x="0" y="0"/>
          <a:ext cx="0" cy="0"/>
          <a:chOff x="0" y="0"/>
          <a:chExt cx="0" cy="0"/>
        </a:xfrm>
      </p:grpSpPr>
      <p:sp>
        <p:nvSpPr>
          <p:cNvPr id="143" name="Google Shape;143;p16"/>
          <p:cNvSpPr txBox="1"/>
          <p:nvPr>
            <p:ph type="title"/>
          </p:nvPr>
        </p:nvSpPr>
        <p:spPr>
          <a:xfrm>
            <a:off x="720000" y="690300"/>
            <a:ext cx="3313800" cy="23838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4" name="Google Shape;144;p16"/>
          <p:cNvSpPr txBox="1"/>
          <p:nvPr>
            <p:ph idx="1" type="subTitle"/>
          </p:nvPr>
        </p:nvSpPr>
        <p:spPr>
          <a:xfrm>
            <a:off x="720000" y="3074200"/>
            <a:ext cx="3313800" cy="1116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45" name="Google Shape;145;p16"/>
          <p:cNvSpPr/>
          <p:nvPr>
            <p:ph idx="2" type="pic"/>
          </p:nvPr>
        </p:nvSpPr>
        <p:spPr>
          <a:xfrm>
            <a:off x="4239450" y="690300"/>
            <a:ext cx="4191300" cy="3762900"/>
          </a:xfrm>
          <a:prstGeom prst="rect">
            <a:avLst/>
          </a:prstGeom>
          <a:noFill/>
          <a:ln>
            <a:noFill/>
          </a:ln>
        </p:spPr>
      </p:sp>
      <p:grpSp>
        <p:nvGrpSpPr>
          <p:cNvPr id="146" name="Google Shape;146;p16"/>
          <p:cNvGrpSpPr/>
          <p:nvPr/>
        </p:nvGrpSpPr>
        <p:grpSpPr>
          <a:xfrm>
            <a:off x="-75" y="0"/>
            <a:ext cx="8925454" cy="5143500"/>
            <a:chOff x="-75" y="0"/>
            <a:chExt cx="8925454" cy="5143500"/>
          </a:xfrm>
        </p:grpSpPr>
        <p:grpSp>
          <p:nvGrpSpPr>
            <p:cNvPr id="147" name="Google Shape;147;p16"/>
            <p:cNvGrpSpPr/>
            <p:nvPr/>
          </p:nvGrpSpPr>
          <p:grpSpPr>
            <a:xfrm>
              <a:off x="-75" y="0"/>
              <a:ext cx="440400" cy="5143500"/>
              <a:chOff x="-75" y="0"/>
              <a:chExt cx="440400" cy="5143500"/>
            </a:xfrm>
          </p:grpSpPr>
          <p:sp>
            <p:nvSpPr>
              <p:cNvPr id="148" name="Google Shape;148;p16"/>
              <p:cNvSpPr/>
              <p:nvPr/>
            </p:nvSpPr>
            <p:spPr>
              <a:xfrm rot="5400000">
                <a:off x="-82575" y="607425"/>
                <a:ext cx="605400" cy="440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49" name="Google Shape;149;p16"/>
              <p:cNvSpPr/>
              <p:nvPr/>
            </p:nvSpPr>
            <p:spPr>
              <a:xfrm>
                <a:off x="0" y="0"/>
                <a:ext cx="278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nvGrpSpPr>
            <p:cNvPr id="150" name="Google Shape;150;p16"/>
            <p:cNvGrpSpPr/>
            <p:nvPr/>
          </p:nvGrpSpPr>
          <p:grpSpPr>
            <a:xfrm>
              <a:off x="8374504" y="192200"/>
              <a:ext cx="550875" cy="139200"/>
              <a:chOff x="216625" y="192200"/>
              <a:chExt cx="550875" cy="139200"/>
            </a:xfrm>
          </p:grpSpPr>
          <p:sp>
            <p:nvSpPr>
              <p:cNvPr id="151" name="Google Shape;151;p16"/>
              <p:cNvSpPr/>
              <p:nvPr/>
            </p:nvSpPr>
            <p:spPr>
              <a:xfrm>
                <a:off x="216625" y="192200"/>
                <a:ext cx="139200" cy="139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52" name="Google Shape;152;p16"/>
              <p:cNvSpPr/>
              <p:nvPr/>
            </p:nvSpPr>
            <p:spPr>
              <a:xfrm>
                <a:off x="422463" y="192200"/>
                <a:ext cx="139200" cy="13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53" name="Google Shape;153;p16"/>
              <p:cNvSpPr/>
              <p:nvPr/>
            </p:nvSpPr>
            <p:spPr>
              <a:xfrm>
                <a:off x="628300" y="192200"/>
                <a:ext cx="139200" cy="139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54" name="Shape 154"/>
        <p:cNvGrpSpPr/>
        <p:nvPr/>
      </p:nvGrpSpPr>
      <p:grpSpPr>
        <a:xfrm>
          <a:off x="0" y="0"/>
          <a:ext cx="0" cy="0"/>
          <a:chOff x="0" y="0"/>
          <a:chExt cx="0" cy="0"/>
        </a:xfrm>
      </p:grpSpPr>
      <p:sp>
        <p:nvSpPr>
          <p:cNvPr id="155" name="Google Shape;155;p17"/>
          <p:cNvSpPr txBox="1"/>
          <p:nvPr>
            <p:ph type="title"/>
          </p:nvPr>
        </p:nvSpPr>
        <p:spPr>
          <a:xfrm>
            <a:off x="720000" y="1342675"/>
            <a:ext cx="3122700" cy="12144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6" name="Google Shape;156;p17"/>
          <p:cNvSpPr txBox="1"/>
          <p:nvPr>
            <p:ph idx="1" type="subTitle"/>
          </p:nvPr>
        </p:nvSpPr>
        <p:spPr>
          <a:xfrm>
            <a:off x="720000" y="2480825"/>
            <a:ext cx="3122700" cy="1086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157" name="Google Shape;157;p17"/>
          <p:cNvGrpSpPr/>
          <p:nvPr/>
        </p:nvGrpSpPr>
        <p:grpSpPr>
          <a:xfrm>
            <a:off x="-75" y="0"/>
            <a:ext cx="8925454" cy="5143500"/>
            <a:chOff x="-75" y="0"/>
            <a:chExt cx="8925454" cy="5143500"/>
          </a:xfrm>
        </p:grpSpPr>
        <p:grpSp>
          <p:nvGrpSpPr>
            <p:cNvPr id="158" name="Google Shape;158;p17"/>
            <p:cNvGrpSpPr/>
            <p:nvPr/>
          </p:nvGrpSpPr>
          <p:grpSpPr>
            <a:xfrm>
              <a:off x="-75" y="0"/>
              <a:ext cx="440400" cy="5143500"/>
              <a:chOff x="-75" y="0"/>
              <a:chExt cx="440400" cy="5143500"/>
            </a:xfrm>
          </p:grpSpPr>
          <p:sp>
            <p:nvSpPr>
              <p:cNvPr id="159" name="Google Shape;159;p17"/>
              <p:cNvSpPr/>
              <p:nvPr/>
            </p:nvSpPr>
            <p:spPr>
              <a:xfrm rot="5400000">
                <a:off x="-82575" y="607425"/>
                <a:ext cx="605400" cy="440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60" name="Google Shape;160;p17"/>
              <p:cNvSpPr/>
              <p:nvPr/>
            </p:nvSpPr>
            <p:spPr>
              <a:xfrm>
                <a:off x="0" y="0"/>
                <a:ext cx="278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nvGrpSpPr>
            <p:cNvPr id="161" name="Google Shape;161;p17"/>
            <p:cNvGrpSpPr/>
            <p:nvPr/>
          </p:nvGrpSpPr>
          <p:grpSpPr>
            <a:xfrm>
              <a:off x="8374504" y="192200"/>
              <a:ext cx="550875" cy="139200"/>
              <a:chOff x="216625" y="192200"/>
              <a:chExt cx="550875" cy="139200"/>
            </a:xfrm>
          </p:grpSpPr>
          <p:sp>
            <p:nvSpPr>
              <p:cNvPr id="162" name="Google Shape;162;p17"/>
              <p:cNvSpPr/>
              <p:nvPr/>
            </p:nvSpPr>
            <p:spPr>
              <a:xfrm>
                <a:off x="216625" y="192200"/>
                <a:ext cx="139200" cy="139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63" name="Google Shape;163;p17"/>
              <p:cNvSpPr/>
              <p:nvPr/>
            </p:nvSpPr>
            <p:spPr>
              <a:xfrm>
                <a:off x="422463" y="192200"/>
                <a:ext cx="139200" cy="13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64" name="Google Shape;164;p17"/>
              <p:cNvSpPr/>
              <p:nvPr/>
            </p:nvSpPr>
            <p:spPr>
              <a:xfrm>
                <a:off x="628300" y="192200"/>
                <a:ext cx="139200" cy="139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65" name="Shape 165"/>
        <p:cNvGrpSpPr/>
        <p:nvPr/>
      </p:nvGrpSpPr>
      <p:grpSpPr>
        <a:xfrm>
          <a:off x="0" y="0"/>
          <a:ext cx="0" cy="0"/>
          <a:chOff x="0" y="0"/>
          <a:chExt cx="0" cy="0"/>
        </a:xfrm>
      </p:grpSpPr>
      <p:sp>
        <p:nvSpPr>
          <p:cNvPr id="166" name="Google Shape;166;p18"/>
          <p:cNvSpPr txBox="1"/>
          <p:nvPr>
            <p:ph type="title"/>
          </p:nvPr>
        </p:nvSpPr>
        <p:spPr>
          <a:xfrm>
            <a:off x="4996400" y="1386981"/>
            <a:ext cx="2847000" cy="11715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7" name="Google Shape;167;p18"/>
          <p:cNvSpPr txBox="1"/>
          <p:nvPr>
            <p:ph idx="1" type="subTitle"/>
          </p:nvPr>
        </p:nvSpPr>
        <p:spPr>
          <a:xfrm>
            <a:off x="4996525" y="2482252"/>
            <a:ext cx="2847000" cy="1171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grpSp>
        <p:nvGrpSpPr>
          <p:cNvPr id="168" name="Google Shape;168;p18"/>
          <p:cNvGrpSpPr/>
          <p:nvPr/>
        </p:nvGrpSpPr>
        <p:grpSpPr>
          <a:xfrm>
            <a:off x="-75" y="0"/>
            <a:ext cx="8925454" cy="5143500"/>
            <a:chOff x="-75" y="0"/>
            <a:chExt cx="8925454" cy="5143500"/>
          </a:xfrm>
        </p:grpSpPr>
        <p:grpSp>
          <p:nvGrpSpPr>
            <p:cNvPr id="169" name="Google Shape;169;p18"/>
            <p:cNvGrpSpPr/>
            <p:nvPr/>
          </p:nvGrpSpPr>
          <p:grpSpPr>
            <a:xfrm>
              <a:off x="-75" y="0"/>
              <a:ext cx="440400" cy="5143500"/>
              <a:chOff x="-75" y="0"/>
              <a:chExt cx="440400" cy="5143500"/>
            </a:xfrm>
          </p:grpSpPr>
          <p:sp>
            <p:nvSpPr>
              <p:cNvPr id="170" name="Google Shape;170;p18"/>
              <p:cNvSpPr/>
              <p:nvPr/>
            </p:nvSpPr>
            <p:spPr>
              <a:xfrm rot="5400000">
                <a:off x="-82575" y="607425"/>
                <a:ext cx="605400" cy="440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71" name="Google Shape;171;p18"/>
              <p:cNvSpPr/>
              <p:nvPr/>
            </p:nvSpPr>
            <p:spPr>
              <a:xfrm>
                <a:off x="0" y="0"/>
                <a:ext cx="278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nvGrpSpPr>
            <p:cNvPr id="172" name="Google Shape;172;p18"/>
            <p:cNvGrpSpPr/>
            <p:nvPr/>
          </p:nvGrpSpPr>
          <p:grpSpPr>
            <a:xfrm>
              <a:off x="8374504" y="192200"/>
              <a:ext cx="550875" cy="139200"/>
              <a:chOff x="216625" y="192200"/>
              <a:chExt cx="550875" cy="139200"/>
            </a:xfrm>
          </p:grpSpPr>
          <p:sp>
            <p:nvSpPr>
              <p:cNvPr id="173" name="Google Shape;173;p18"/>
              <p:cNvSpPr/>
              <p:nvPr/>
            </p:nvSpPr>
            <p:spPr>
              <a:xfrm>
                <a:off x="216625" y="192200"/>
                <a:ext cx="139200" cy="139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74" name="Google Shape;174;p18"/>
              <p:cNvSpPr/>
              <p:nvPr/>
            </p:nvSpPr>
            <p:spPr>
              <a:xfrm>
                <a:off x="422463" y="192200"/>
                <a:ext cx="139200" cy="13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75" name="Google Shape;175;p18"/>
              <p:cNvSpPr/>
              <p:nvPr/>
            </p:nvSpPr>
            <p:spPr>
              <a:xfrm>
                <a:off x="628300" y="192200"/>
                <a:ext cx="139200" cy="139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2">
    <p:spTree>
      <p:nvGrpSpPr>
        <p:cNvPr id="176" name="Shape 176"/>
        <p:cNvGrpSpPr/>
        <p:nvPr/>
      </p:nvGrpSpPr>
      <p:grpSpPr>
        <a:xfrm>
          <a:off x="0" y="0"/>
          <a:ext cx="0" cy="0"/>
          <a:chOff x="0" y="0"/>
          <a:chExt cx="0" cy="0"/>
        </a:xfrm>
      </p:grpSpPr>
      <p:sp>
        <p:nvSpPr>
          <p:cNvPr id="177" name="Google Shape;177;p19"/>
          <p:cNvSpPr txBox="1"/>
          <p:nvPr>
            <p:ph type="title"/>
          </p:nvPr>
        </p:nvSpPr>
        <p:spPr>
          <a:xfrm>
            <a:off x="1455988" y="1402438"/>
            <a:ext cx="2844900" cy="11559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78" name="Google Shape;178;p19"/>
          <p:cNvSpPr txBox="1"/>
          <p:nvPr>
            <p:ph idx="1" type="subTitle"/>
          </p:nvPr>
        </p:nvSpPr>
        <p:spPr>
          <a:xfrm>
            <a:off x="1455988" y="2482048"/>
            <a:ext cx="2844900" cy="1065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179" name="Google Shape;179;p19"/>
          <p:cNvGrpSpPr/>
          <p:nvPr/>
        </p:nvGrpSpPr>
        <p:grpSpPr>
          <a:xfrm>
            <a:off x="-75" y="0"/>
            <a:ext cx="8925454" cy="5143500"/>
            <a:chOff x="-75" y="0"/>
            <a:chExt cx="8925454" cy="5143500"/>
          </a:xfrm>
        </p:grpSpPr>
        <p:grpSp>
          <p:nvGrpSpPr>
            <p:cNvPr id="180" name="Google Shape;180;p19"/>
            <p:cNvGrpSpPr/>
            <p:nvPr/>
          </p:nvGrpSpPr>
          <p:grpSpPr>
            <a:xfrm>
              <a:off x="-75" y="0"/>
              <a:ext cx="440400" cy="5143500"/>
              <a:chOff x="-75" y="0"/>
              <a:chExt cx="440400" cy="5143500"/>
            </a:xfrm>
          </p:grpSpPr>
          <p:sp>
            <p:nvSpPr>
              <p:cNvPr id="181" name="Google Shape;181;p19"/>
              <p:cNvSpPr/>
              <p:nvPr/>
            </p:nvSpPr>
            <p:spPr>
              <a:xfrm rot="5400000">
                <a:off x="-82575" y="607425"/>
                <a:ext cx="605400" cy="440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82" name="Google Shape;182;p19"/>
              <p:cNvSpPr/>
              <p:nvPr/>
            </p:nvSpPr>
            <p:spPr>
              <a:xfrm>
                <a:off x="0" y="0"/>
                <a:ext cx="278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nvGrpSpPr>
            <p:cNvPr id="183" name="Google Shape;183;p19"/>
            <p:cNvGrpSpPr/>
            <p:nvPr/>
          </p:nvGrpSpPr>
          <p:grpSpPr>
            <a:xfrm>
              <a:off x="8374504" y="192200"/>
              <a:ext cx="550875" cy="139200"/>
              <a:chOff x="216625" y="192200"/>
              <a:chExt cx="550875" cy="139200"/>
            </a:xfrm>
          </p:grpSpPr>
          <p:sp>
            <p:nvSpPr>
              <p:cNvPr id="184" name="Google Shape;184;p19"/>
              <p:cNvSpPr/>
              <p:nvPr/>
            </p:nvSpPr>
            <p:spPr>
              <a:xfrm>
                <a:off x="216625" y="192200"/>
                <a:ext cx="139200" cy="139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85" name="Google Shape;185;p19"/>
              <p:cNvSpPr/>
              <p:nvPr/>
            </p:nvSpPr>
            <p:spPr>
              <a:xfrm>
                <a:off x="422463" y="192200"/>
                <a:ext cx="139200" cy="13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86" name="Google Shape;186;p19"/>
              <p:cNvSpPr/>
              <p:nvPr/>
            </p:nvSpPr>
            <p:spPr>
              <a:xfrm>
                <a:off x="628300" y="192200"/>
                <a:ext cx="139200" cy="139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87" name="Shape 187"/>
        <p:cNvGrpSpPr/>
        <p:nvPr/>
      </p:nvGrpSpPr>
      <p:grpSpPr>
        <a:xfrm>
          <a:off x="0" y="0"/>
          <a:ext cx="0" cy="0"/>
          <a:chOff x="0" y="0"/>
          <a:chExt cx="0" cy="0"/>
        </a:xfrm>
      </p:grpSpPr>
      <p:sp>
        <p:nvSpPr>
          <p:cNvPr id="188" name="Google Shape;188;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89" name="Google Shape;189;p20"/>
          <p:cNvSpPr txBox="1"/>
          <p:nvPr>
            <p:ph idx="1" type="subTitle"/>
          </p:nvPr>
        </p:nvSpPr>
        <p:spPr>
          <a:xfrm>
            <a:off x="4841848" y="2723200"/>
            <a:ext cx="3378600" cy="1673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90" name="Google Shape;190;p20"/>
          <p:cNvSpPr txBox="1"/>
          <p:nvPr>
            <p:ph idx="2" type="subTitle"/>
          </p:nvPr>
        </p:nvSpPr>
        <p:spPr>
          <a:xfrm>
            <a:off x="923550" y="2723200"/>
            <a:ext cx="3378600" cy="1673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91" name="Google Shape;191;p20"/>
          <p:cNvSpPr txBox="1"/>
          <p:nvPr>
            <p:ph idx="3" type="subTitle"/>
          </p:nvPr>
        </p:nvSpPr>
        <p:spPr>
          <a:xfrm>
            <a:off x="923550" y="2235575"/>
            <a:ext cx="3378600" cy="558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Oxanium Medium"/>
              <a:buNone/>
              <a:defRPr sz="2400">
                <a:solidFill>
                  <a:schemeClr val="dk1"/>
                </a:solidFill>
                <a:latin typeface="Oxanium Medium"/>
                <a:ea typeface="Oxanium Medium"/>
                <a:cs typeface="Oxanium Medium"/>
                <a:sym typeface="Oxanium Medium"/>
              </a:defRPr>
            </a:lvl1pPr>
            <a:lvl2pPr lvl="1"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2pPr>
            <a:lvl3pPr lvl="2"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3pPr>
            <a:lvl4pPr lvl="3"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4pPr>
            <a:lvl5pPr lvl="4"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5pPr>
            <a:lvl6pPr lvl="5"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6pPr>
            <a:lvl7pPr lvl="6"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7pPr>
            <a:lvl8pPr lvl="7"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8pPr>
            <a:lvl9pPr lvl="8"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9pPr>
          </a:lstStyle>
          <a:p/>
        </p:txBody>
      </p:sp>
      <p:sp>
        <p:nvSpPr>
          <p:cNvPr id="192" name="Google Shape;192;p20"/>
          <p:cNvSpPr txBox="1"/>
          <p:nvPr>
            <p:ph idx="4" type="subTitle"/>
          </p:nvPr>
        </p:nvSpPr>
        <p:spPr>
          <a:xfrm>
            <a:off x="4841846" y="2235575"/>
            <a:ext cx="3378600" cy="5589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Oxanium Medium"/>
              <a:buNone/>
              <a:defRPr sz="2400">
                <a:solidFill>
                  <a:schemeClr val="dk1"/>
                </a:solidFill>
                <a:latin typeface="Oxanium Medium"/>
                <a:ea typeface="Oxanium Medium"/>
                <a:cs typeface="Oxanium Medium"/>
                <a:sym typeface="Oxanium Medium"/>
              </a:defRPr>
            </a:lvl1pPr>
            <a:lvl2pPr lvl="1"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2pPr>
            <a:lvl3pPr lvl="2"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3pPr>
            <a:lvl4pPr lvl="3"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4pPr>
            <a:lvl5pPr lvl="4"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5pPr>
            <a:lvl6pPr lvl="5"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6pPr>
            <a:lvl7pPr lvl="6"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7pPr>
            <a:lvl8pPr lvl="7"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8pPr>
            <a:lvl9pPr lvl="8"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9pPr>
          </a:lstStyle>
          <a:p/>
        </p:txBody>
      </p:sp>
      <p:grpSp>
        <p:nvGrpSpPr>
          <p:cNvPr id="193" name="Google Shape;193;p20"/>
          <p:cNvGrpSpPr/>
          <p:nvPr/>
        </p:nvGrpSpPr>
        <p:grpSpPr>
          <a:xfrm>
            <a:off x="-75" y="0"/>
            <a:ext cx="8925454" cy="5143500"/>
            <a:chOff x="-75" y="0"/>
            <a:chExt cx="8925454" cy="5143500"/>
          </a:xfrm>
        </p:grpSpPr>
        <p:grpSp>
          <p:nvGrpSpPr>
            <p:cNvPr id="194" name="Google Shape;194;p20"/>
            <p:cNvGrpSpPr/>
            <p:nvPr/>
          </p:nvGrpSpPr>
          <p:grpSpPr>
            <a:xfrm>
              <a:off x="-75" y="0"/>
              <a:ext cx="440400" cy="5143500"/>
              <a:chOff x="-75" y="0"/>
              <a:chExt cx="440400" cy="5143500"/>
            </a:xfrm>
          </p:grpSpPr>
          <p:sp>
            <p:nvSpPr>
              <p:cNvPr id="195" name="Google Shape;195;p20"/>
              <p:cNvSpPr/>
              <p:nvPr/>
            </p:nvSpPr>
            <p:spPr>
              <a:xfrm rot="5400000">
                <a:off x="-82575" y="607425"/>
                <a:ext cx="605400" cy="440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96" name="Google Shape;196;p20"/>
              <p:cNvSpPr/>
              <p:nvPr/>
            </p:nvSpPr>
            <p:spPr>
              <a:xfrm>
                <a:off x="0" y="0"/>
                <a:ext cx="278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nvGrpSpPr>
            <p:cNvPr id="197" name="Google Shape;197;p20"/>
            <p:cNvGrpSpPr/>
            <p:nvPr/>
          </p:nvGrpSpPr>
          <p:grpSpPr>
            <a:xfrm>
              <a:off x="8374504" y="192200"/>
              <a:ext cx="550875" cy="139200"/>
              <a:chOff x="216625" y="192200"/>
              <a:chExt cx="550875" cy="139200"/>
            </a:xfrm>
          </p:grpSpPr>
          <p:sp>
            <p:nvSpPr>
              <p:cNvPr id="198" name="Google Shape;198;p20"/>
              <p:cNvSpPr/>
              <p:nvPr/>
            </p:nvSpPr>
            <p:spPr>
              <a:xfrm>
                <a:off x="216625" y="192200"/>
                <a:ext cx="139200" cy="139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99" name="Google Shape;199;p20"/>
              <p:cNvSpPr/>
              <p:nvPr/>
            </p:nvSpPr>
            <p:spPr>
              <a:xfrm>
                <a:off x="422463" y="192200"/>
                <a:ext cx="139200" cy="13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00" name="Google Shape;200;p20"/>
              <p:cNvSpPr/>
              <p:nvPr/>
            </p:nvSpPr>
            <p:spPr>
              <a:xfrm>
                <a:off x="628300" y="192200"/>
                <a:ext cx="139200" cy="139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01" name="Shape 201"/>
        <p:cNvGrpSpPr/>
        <p:nvPr/>
      </p:nvGrpSpPr>
      <p:grpSpPr>
        <a:xfrm>
          <a:off x="0" y="0"/>
          <a:ext cx="0" cy="0"/>
          <a:chOff x="0" y="0"/>
          <a:chExt cx="0" cy="0"/>
        </a:xfrm>
      </p:grpSpPr>
      <p:sp>
        <p:nvSpPr>
          <p:cNvPr id="202" name="Google Shape;202;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3" name="Google Shape;203;p21"/>
          <p:cNvSpPr txBox="1"/>
          <p:nvPr>
            <p:ph idx="1" type="subTitle"/>
          </p:nvPr>
        </p:nvSpPr>
        <p:spPr>
          <a:xfrm>
            <a:off x="4730800" y="1492050"/>
            <a:ext cx="3557100" cy="279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04" name="Google Shape;204;p21"/>
          <p:cNvSpPr txBox="1"/>
          <p:nvPr>
            <p:ph idx="2" type="subTitle"/>
          </p:nvPr>
        </p:nvSpPr>
        <p:spPr>
          <a:xfrm>
            <a:off x="856100" y="1492050"/>
            <a:ext cx="3557100" cy="279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05" name="Google Shape;205;p21"/>
          <p:cNvGrpSpPr/>
          <p:nvPr/>
        </p:nvGrpSpPr>
        <p:grpSpPr>
          <a:xfrm>
            <a:off x="-75" y="0"/>
            <a:ext cx="8925454" cy="5143500"/>
            <a:chOff x="-75" y="0"/>
            <a:chExt cx="8925454" cy="5143500"/>
          </a:xfrm>
        </p:grpSpPr>
        <p:grpSp>
          <p:nvGrpSpPr>
            <p:cNvPr id="206" name="Google Shape;206;p21"/>
            <p:cNvGrpSpPr/>
            <p:nvPr/>
          </p:nvGrpSpPr>
          <p:grpSpPr>
            <a:xfrm>
              <a:off x="-75" y="0"/>
              <a:ext cx="440400" cy="5143500"/>
              <a:chOff x="-75" y="0"/>
              <a:chExt cx="440400" cy="5143500"/>
            </a:xfrm>
          </p:grpSpPr>
          <p:sp>
            <p:nvSpPr>
              <p:cNvPr id="207" name="Google Shape;207;p21"/>
              <p:cNvSpPr/>
              <p:nvPr/>
            </p:nvSpPr>
            <p:spPr>
              <a:xfrm rot="5400000">
                <a:off x="-82575" y="607425"/>
                <a:ext cx="605400" cy="440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08" name="Google Shape;208;p21"/>
              <p:cNvSpPr/>
              <p:nvPr/>
            </p:nvSpPr>
            <p:spPr>
              <a:xfrm>
                <a:off x="0" y="0"/>
                <a:ext cx="278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nvGrpSpPr>
            <p:cNvPr id="209" name="Google Shape;209;p21"/>
            <p:cNvGrpSpPr/>
            <p:nvPr/>
          </p:nvGrpSpPr>
          <p:grpSpPr>
            <a:xfrm>
              <a:off x="8374504" y="192200"/>
              <a:ext cx="550875" cy="139200"/>
              <a:chOff x="216625" y="192200"/>
              <a:chExt cx="550875" cy="139200"/>
            </a:xfrm>
          </p:grpSpPr>
          <p:sp>
            <p:nvSpPr>
              <p:cNvPr id="210" name="Google Shape;210;p21"/>
              <p:cNvSpPr/>
              <p:nvPr/>
            </p:nvSpPr>
            <p:spPr>
              <a:xfrm>
                <a:off x="216625" y="192200"/>
                <a:ext cx="139200" cy="139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11" name="Google Shape;211;p21"/>
              <p:cNvSpPr/>
              <p:nvPr/>
            </p:nvSpPr>
            <p:spPr>
              <a:xfrm>
                <a:off x="422463" y="192200"/>
                <a:ext cx="139200" cy="13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12" name="Google Shape;212;p21"/>
              <p:cNvSpPr/>
              <p:nvPr/>
            </p:nvSpPr>
            <p:spPr>
              <a:xfrm>
                <a:off x="628300" y="192200"/>
                <a:ext cx="139200" cy="139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AND_TWO_COLUMNS_1_1_1">
    <p:spTree>
      <p:nvGrpSpPr>
        <p:cNvPr id="213" name="Shape 213"/>
        <p:cNvGrpSpPr/>
        <p:nvPr/>
      </p:nvGrpSpPr>
      <p:grpSpPr>
        <a:xfrm>
          <a:off x="0" y="0"/>
          <a:ext cx="0" cy="0"/>
          <a:chOff x="0" y="0"/>
          <a:chExt cx="0" cy="0"/>
        </a:xfrm>
      </p:grpSpPr>
      <p:sp>
        <p:nvSpPr>
          <p:cNvPr id="214" name="Google Shape;214;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5" name="Google Shape;215;p22"/>
          <p:cNvSpPr txBox="1"/>
          <p:nvPr>
            <p:ph idx="1" type="body"/>
          </p:nvPr>
        </p:nvSpPr>
        <p:spPr>
          <a:xfrm>
            <a:off x="720000" y="1406325"/>
            <a:ext cx="3557100" cy="31977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Nunito Light"/>
              <a:buChar char="●"/>
              <a:defRPr/>
            </a:lvl1pPr>
            <a:lvl2pPr indent="-317500" lvl="1" marL="914400" rtl="0">
              <a:lnSpc>
                <a:spcPct val="100000"/>
              </a:lnSpc>
              <a:spcBef>
                <a:spcPts val="1000"/>
              </a:spcBef>
              <a:spcAft>
                <a:spcPts val="0"/>
              </a:spcAft>
              <a:buSzPts val="1400"/>
              <a:buFont typeface="Nunito Light"/>
              <a:buChar char="○"/>
              <a:defRPr/>
            </a:lvl2pPr>
            <a:lvl3pPr indent="-317500" lvl="2" marL="1371600" rtl="0">
              <a:lnSpc>
                <a:spcPct val="100000"/>
              </a:lnSpc>
              <a:spcBef>
                <a:spcPts val="1000"/>
              </a:spcBef>
              <a:spcAft>
                <a:spcPts val="0"/>
              </a:spcAft>
              <a:buSzPts val="1400"/>
              <a:buFont typeface="Nunito Light"/>
              <a:buChar char="■"/>
              <a:defRPr/>
            </a:lvl3pPr>
            <a:lvl4pPr indent="-317500" lvl="3" marL="1828800" rtl="0">
              <a:lnSpc>
                <a:spcPct val="100000"/>
              </a:lnSpc>
              <a:spcBef>
                <a:spcPts val="1000"/>
              </a:spcBef>
              <a:spcAft>
                <a:spcPts val="0"/>
              </a:spcAft>
              <a:buSzPts val="1400"/>
              <a:buFont typeface="Nunito Light"/>
              <a:buChar char="●"/>
              <a:defRPr/>
            </a:lvl4pPr>
            <a:lvl5pPr indent="-317500" lvl="4" marL="2286000" rtl="0">
              <a:lnSpc>
                <a:spcPct val="100000"/>
              </a:lnSpc>
              <a:spcBef>
                <a:spcPts val="1000"/>
              </a:spcBef>
              <a:spcAft>
                <a:spcPts val="0"/>
              </a:spcAft>
              <a:buSzPts val="1400"/>
              <a:buFont typeface="Nunito Light"/>
              <a:buChar char="○"/>
              <a:defRPr/>
            </a:lvl5pPr>
            <a:lvl6pPr indent="-317500" lvl="5" marL="2743200" rtl="0">
              <a:lnSpc>
                <a:spcPct val="100000"/>
              </a:lnSpc>
              <a:spcBef>
                <a:spcPts val="1000"/>
              </a:spcBef>
              <a:spcAft>
                <a:spcPts val="0"/>
              </a:spcAft>
              <a:buSzPts val="1400"/>
              <a:buFont typeface="Nunito Light"/>
              <a:buChar char="■"/>
              <a:defRPr/>
            </a:lvl6pPr>
            <a:lvl7pPr indent="-317500" lvl="6" marL="3200400" rtl="0">
              <a:lnSpc>
                <a:spcPct val="100000"/>
              </a:lnSpc>
              <a:spcBef>
                <a:spcPts val="1000"/>
              </a:spcBef>
              <a:spcAft>
                <a:spcPts val="0"/>
              </a:spcAft>
              <a:buSzPts val="1400"/>
              <a:buFont typeface="Nunito Light"/>
              <a:buChar char="●"/>
              <a:defRPr/>
            </a:lvl7pPr>
            <a:lvl8pPr indent="-317500" lvl="7" marL="3657600" rtl="0">
              <a:lnSpc>
                <a:spcPct val="100000"/>
              </a:lnSpc>
              <a:spcBef>
                <a:spcPts val="1000"/>
              </a:spcBef>
              <a:spcAft>
                <a:spcPts val="0"/>
              </a:spcAft>
              <a:buSzPts val="1400"/>
              <a:buFont typeface="Nunito Light"/>
              <a:buChar char="○"/>
              <a:defRPr/>
            </a:lvl8pPr>
            <a:lvl9pPr indent="-317500" lvl="8" marL="4114800" rtl="0">
              <a:lnSpc>
                <a:spcPct val="100000"/>
              </a:lnSpc>
              <a:spcBef>
                <a:spcPts val="1000"/>
              </a:spcBef>
              <a:spcAft>
                <a:spcPts val="1000"/>
              </a:spcAft>
              <a:buSzPts val="1400"/>
              <a:buFont typeface="Nunito Light"/>
              <a:buChar char="■"/>
              <a:defRPr/>
            </a:lvl9pPr>
          </a:lstStyle>
          <a:p/>
        </p:txBody>
      </p:sp>
      <p:sp>
        <p:nvSpPr>
          <p:cNvPr id="216" name="Google Shape;216;p22"/>
          <p:cNvSpPr txBox="1"/>
          <p:nvPr>
            <p:ph idx="2" type="body"/>
          </p:nvPr>
        </p:nvSpPr>
        <p:spPr>
          <a:xfrm>
            <a:off x="4873675" y="1406325"/>
            <a:ext cx="3557100" cy="31977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Nunito Light"/>
              <a:buChar char="●"/>
              <a:defRPr/>
            </a:lvl1pPr>
            <a:lvl2pPr indent="-317500" lvl="1" marL="914400" rtl="0">
              <a:lnSpc>
                <a:spcPct val="100000"/>
              </a:lnSpc>
              <a:spcBef>
                <a:spcPts val="1000"/>
              </a:spcBef>
              <a:spcAft>
                <a:spcPts val="0"/>
              </a:spcAft>
              <a:buSzPts val="1400"/>
              <a:buFont typeface="Nunito Light"/>
              <a:buChar char="○"/>
              <a:defRPr/>
            </a:lvl2pPr>
            <a:lvl3pPr indent="-317500" lvl="2" marL="1371600" rtl="0">
              <a:lnSpc>
                <a:spcPct val="100000"/>
              </a:lnSpc>
              <a:spcBef>
                <a:spcPts val="1000"/>
              </a:spcBef>
              <a:spcAft>
                <a:spcPts val="0"/>
              </a:spcAft>
              <a:buSzPts val="1400"/>
              <a:buFont typeface="Nunito Light"/>
              <a:buChar char="■"/>
              <a:defRPr/>
            </a:lvl3pPr>
            <a:lvl4pPr indent="-317500" lvl="3" marL="1828800" rtl="0">
              <a:lnSpc>
                <a:spcPct val="100000"/>
              </a:lnSpc>
              <a:spcBef>
                <a:spcPts val="1000"/>
              </a:spcBef>
              <a:spcAft>
                <a:spcPts val="0"/>
              </a:spcAft>
              <a:buSzPts val="1400"/>
              <a:buFont typeface="Nunito Light"/>
              <a:buChar char="●"/>
              <a:defRPr/>
            </a:lvl4pPr>
            <a:lvl5pPr indent="-317500" lvl="4" marL="2286000" rtl="0">
              <a:lnSpc>
                <a:spcPct val="100000"/>
              </a:lnSpc>
              <a:spcBef>
                <a:spcPts val="1000"/>
              </a:spcBef>
              <a:spcAft>
                <a:spcPts val="0"/>
              </a:spcAft>
              <a:buSzPts val="1400"/>
              <a:buFont typeface="Nunito Light"/>
              <a:buChar char="○"/>
              <a:defRPr/>
            </a:lvl5pPr>
            <a:lvl6pPr indent="-317500" lvl="5" marL="2743200" rtl="0">
              <a:lnSpc>
                <a:spcPct val="100000"/>
              </a:lnSpc>
              <a:spcBef>
                <a:spcPts val="1000"/>
              </a:spcBef>
              <a:spcAft>
                <a:spcPts val="0"/>
              </a:spcAft>
              <a:buSzPts val="1400"/>
              <a:buFont typeface="Nunito Light"/>
              <a:buChar char="■"/>
              <a:defRPr/>
            </a:lvl6pPr>
            <a:lvl7pPr indent="-317500" lvl="6" marL="3200400" rtl="0">
              <a:lnSpc>
                <a:spcPct val="100000"/>
              </a:lnSpc>
              <a:spcBef>
                <a:spcPts val="1000"/>
              </a:spcBef>
              <a:spcAft>
                <a:spcPts val="0"/>
              </a:spcAft>
              <a:buSzPts val="1400"/>
              <a:buFont typeface="Nunito Light"/>
              <a:buChar char="●"/>
              <a:defRPr/>
            </a:lvl7pPr>
            <a:lvl8pPr indent="-317500" lvl="7" marL="3657600" rtl="0">
              <a:lnSpc>
                <a:spcPct val="100000"/>
              </a:lnSpc>
              <a:spcBef>
                <a:spcPts val="1000"/>
              </a:spcBef>
              <a:spcAft>
                <a:spcPts val="0"/>
              </a:spcAft>
              <a:buSzPts val="1400"/>
              <a:buFont typeface="Nunito Light"/>
              <a:buChar char="○"/>
              <a:defRPr/>
            </a:lvl8pPr>
            <a:lvl9pPr indent="-317500" lvl="8" marL="4114800" rtl="0">
              <a:lnSpc>
                <a:spcPct val="100000"/>
              </a:lnSpc>
              <a:spcBef>
                <a:spcPts val="1000"/>
              </a:spcBef>
              <a:spcAft>
                <a:spcPts val="1000"/>
              </a:spcAft>
              <a:buSzPts val="1400"/>
              <a:buFont typeface="Nunito Light"/>
              <a:buChar char="■"/>
              <a:defRPr/>
            </a:lvl9pPr>
          </a:lstStyle>
          <a:p/>
        </p:txBody>
      </p:sp>
      <p:grpSp>
        <p:nvGrpSpPr>
          <p:cNvPr id="217" name="Google Shape;217;p22"/>
          <p:cNvGrpSpPr/>
          <p:nvPr/>
        </p:nvGrpSpPr>
        <p:grpSpPr>
          <a:xfrm>
            <a:off x="-75" y="0"/>
            <a:ext cx="8925454" cy="5143500"/>
            <a:chOff x="-75" y="0"/>
            <a:chExt cx="8925454" cy="5143500"/>
          </a:xfrm>
        </p:grpSpPr>
        <p:grpSp>
          <p:nvGrpSpPr>
            <p:cNvPr id="218" name="Google Shape;218;p22"/>
            <p:cNvGrpSpPr/>
            <p:nvPr/>
          </p:nvGrpSpPr>
          <p:grpSpPr>
            <a:xfrm>
              <a:off x="-75" y="0"/>
              <a:ext cx="440400" cy="5143500"/>
              <a:chOff x="-75" y="0"/>
              <a:chExt cx="440400" cy="5143500"/>
            </a:xfrm>
          </p:grpSpPr>
          <p:sp>
            <p:nvSpPr>
              <p:cNvPr id="219" name="Google Shape;219;p22"/>
              <p:cNvSpPr/>
              <p:nvPr/>
            </p:nvSpPr>
            <p:spPr>
              <a:xfrm rot="5400000">
                <a:off x="-82575" y="607425"/>
                <a:ext cx="605400" cy="440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20" name="Google Shape;220;p22"/>
              <p:cNvSpPr/>
              <p:nvPr/>
            </p:nvSpPr>
            <p:spPr>
              <a:xfrm>
                <a:off x="0" y="0"/>
                <a:ext cx="278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nvGrpSpPr>
            <p:cNvPr id="221" name="Google Shape;221;p22"/>
            <p:cNvGrpSpPr/>
            <p:nvPr/>
          </p:nvGrpSpPr>
          <p:grpSpPr>
            <a:xfrm>
              <a:off x="8374504" y="192200"/>
              <a:ext cx="550875" cy="139200"/>
              <a:chOff x="216625" y="192200"/>
              <a:chExt cx="550875" cy="139200"/>
            </a:xfrm>
          </p:grpSpPr>
          <p:sp>
            <p:nvSpPr>
              <p:cNvPr id="222" name="Google Shape;222;p22"/>
              <p:cNvSpPr/>
              <p:nvPr/>
            </p:nvSpPr>
            <p:spPr>
              <a:xfrm>
                <a:off x="216625" y="192200"/>
                <a:ext cx="139200" cy="139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23" name="Google Shape;223;p22"/>
              <p:cNvSpPr/>
              <p:nvPr/>
            </p:nvSpPr>
            <p:spPr>
              <a:xfrm>
                <a:off x="422463" y="192200"/>
                <a:ext cx="139200" cy="13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24" name="Google Shape;224;p22"/>
              <p:cNvSpPr/>
              <p:nvPr/>
            </p:nvSpPr>
            <p:spPr>
              <a:xfrm>
                <a:off x="628300" y="192200"/>
                <a:ext cx="139200" cy="139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25" name="Shape 225"/>
        <p:cNvGrpSpPr/>
        <p:nvPr/>
      </p:nvGrpSpPr>
      <p:grpSpPr>
        <a:xfrm>
          <a:off x="0" y="0"/>
          <a:ext cx="0" cy="0"/>
          <a:chOff x="0" y="0"/>
          <a:chExt cx="0" cy="0"/>
        </a:xfrm>
      </p:grpSpPr>
      <p:sp>
        <p:nvSpPr>
          <p:cNvPr id="226" name="Google Shape;226;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7" name="Google Shape;227;p23"/>
          <p:cNvSpPr txBox="1"/>
          <p:nvPr>
            <p:ph idx="1" type="subTitle"/>
          </p:nvPr>
        </p:nvSpPr>
        <p:spPr>
          <a:xfrm>
            <a:off x="720000" y="2714625"/>
            <a:ext cx="2461500" cy="1889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28" name="Google Shape;228;p23"/>
          <p:cNvSpPr txBox="1"/>
          <p:nvPr>
            <p:ph idx="2" type="subTitle"/>
          </p:nvPr>
        </p:nvSpPr>
        <p:spPr>
          <a:xfrm>
            <a:off x="3472033" y="2714625"/>
            <a:ext cx="2461500" cy="1889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29" name="Google Shape;229;p23"/>
          <p:cNvSpPr txBox="1"/>
          <p:nvPr>
            <p:ph idx="3" type="subTitle"/>
          </p:nvPr>
        </p:nvSpPr>
        <p:spPr>
          <a:xfrm>
            <a:off x="6224074" y="2714625"/>
            <a:ext cx="2461500" cy="1889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30" name="Google Shape;230;p23"/>
          <p:cNvSpPr txBox="1"/>
          <p:nvPr>
            <p:ph idx="4" type="subTitle"/>
          </p:nvPr>
        </p:nvSpPr>
        <p:spPr>
          <a:xfrm>
            <a:off x="720000" y="2260050"/>
            <a:ext cx="24615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Oxanium Medium"/>
              <a:buNone/>
              <a:defRPr sz="2400">
                <a:solidFill>
                  <a:schemeClr val="dk1"/>
                </a:solidFill>
                <a:latin typeface="Oxanium Medium"/>
                <a:ea typeface="Oxanium Medium"/>
                <a:cs typeface="Oxanium Medium"/>
                <a:sym typeface="Oxanium Medium"/>
              </a:defRPr>
            </a:lvl1pPr>
            <a:lvl2pPr lvl="1"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2pPr>
            <a:lvl3pPr lvl="2"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3pPr>
            <a:lvl4pPr lvl="3"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4pPr>
            <a:lvl5pPr lvl="4"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5pPr>
            <a:lvl6pPr lvl="5"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6pPr>
            <a:lvl7pPr lvl="6"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7pPr>
            <a:lvl8pPr lvl="7"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8pPr>
            <a:lvl9pPr lvl="8"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9pPr>
          </a:lstStyle>
          <a:p/>
        </p:txBody>
      </p:sp>
      <p:sp>
        <p:nvSpPr>
          <p:cNvPr id="231" name="Google Shape;231;p23"/>
          <p:cNvSpPr txBox="1"/>
          <p:nvPr>
            <p:ph idx="5" type="subTitle"/>
          </p:nvPr>
        </p:nvSpPr>
        <p:spPr>
          <a:xfrm>
            <a:off x="3472037" y="2260050"/>
            <a:ext cx="24615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Oxanium Medium"/>
              <a:buNone/>
              <a:defRPr sz="2400">
                <a:solidFill>
                  <a:schemeClr val="dk1"/>
                </a:solidFill>
                <a:latin typeface="Oxanium Medium"/>
                <a:ea typeface="Oxanium Medium"/>
                <a:cs typeface="Oxanium Medium"/>
                <a:sym typeface="Oxanium Medium"/>
              </a:defRPr>
            </a:lvl1pPr>
            <a:lvl2pPr lvl="1"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2pPr>
            <a:lvl3pPr lvl="2"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3pPr>
            <a:lvl4pPr lvl="3"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4pPr>
            <a:lvl5pPr lvl="4"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5pPr>
            <a:lvl6pPr lvl="5"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6pPr>
            <a:lvl7pPr lvl="6"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7pPr>
            <a:lvl8pPr lvl="7"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8pPr>
            <a:lvl9pPr lvl="8"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9pPr>
          </a:lstStyle>
          <a:p/>
        </p:txBody>
      </p:sp>
      <p:sp>
        <p:nvSpPr>
          <p:cNvPr id="232" name="Google Shape;232;p23"/>
          <p:cNvSpPr txBox="1"/>
          <p:nvPr>
            <p:ph idx="6" type="subTitle"/>
          </p:nvPr>
        </p:nvSpPr>
        <p:spPr>
          <a:xfrm>
            <a:off x="6224074" y="2260050"/>
            <a:ext cx="2461500" cy="527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Oxanium Medium"/>
              <a:buNone/>
              <a:defRPr sz="2400">
                <a:solidFill>
                  <a:schemeClr val="dk1"/>
                </a:solidFill>
                <a:latin typeface="Oxanium Medium"/>
                <a:ea typeface="Oxanium Medium"/>
                <a:cs typeface="Oxanium Medium"/>
                <a:sym typeface="Oxanium Medium"/>
              </a:defRPr>
            </a:lvl1pPr>
            <a:lvl2pPr lvl="1"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2pPr>
            <a:lvl3pPr lvl="2"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3pPr>
            <a:lvl4pPr lvl="3"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4pPr>
            <a:lvl5pPr lvl="4"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5pPr>
            <a:lvl6pPr lvl="5"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6pPr>
            <a:lvl7pPr lvl="6"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7pPr>
            <a:lvl8pPr lvl="7"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8pPr>
            <a:lvl9pPr lvl="8"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9pPr>
          </a:lstStyle>
          <a:p/>
        </p:txBody>
      </p:sp>
      <p:grpSp>
        <p:nvGrpSpPr>
          <p:cNvPr id="233" name="Google Shape;233;p23"/>
          <p:cNvGrpSpPr/>
          <p:nvPr/>
        </p:nvGrpSpPr>
        <p:grpSpPr>
          <a:xfrm>
            <a:off x="-75" y="0"/>
            <a:ext cx="8925454" cy="5143500"/>
            <a:chOff x="-75" y="0"/>
            <a:chExt cx="8925454" cy="5143500"/>
          </a:xfrm>
        </p:grpSpPr>
        <p:grpSp>
          <p:nvGrpSpPr>
            <p:cNvPr id="234" name="Google Shape;234;p23"/>
            <p:cNvGrpSpPr/>
            <p:nvPr/>
          </p:nvGrpSpPr>
          <p:grpSpPr>
            <a:xfrm>
              <a:off x="-75" y="0"/>
              <a:ext cx="440400" cy="5143500"/>
              <a:chOff x="-75" y="0"/>
              <a:chExt cx="440400" cy="5143500"/>
            </a:xfrm>
          </p:grpSpPr>
          <p:sp>
            <p:nvSpPr>
              <p:cNvPr id="235" name="Google Shape;235;p23"/>
              <p:cNvSpPr/>
              <p:nvPr/>
            </p:nvSpPr>
            <p:spPr>
              <a:xfrm rot="5400000">
                <a:off x="-82575" y="607425"/>
                <a:ext cx="605400" cy="440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36" name="Google Shape;236;p23"/>
              <p:cNvSpPr/>
              <p:nvPr/>
            </p:nvSpPr>
            <p:spPr>
              <a:xfrm>
                <a:off x="0" y="0"/>
                <a:ext cx="278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nvGrpSpPr>
            <p:cNvPr id="237" name="Google Shape;237;p23"/>
            <p:cNvGrpSpPr/>
            <p:nvPr/>
          </p:nvGrpSpPr>
          <p:grpSpPr>
            <a:xfrm>
              <a:off x="8374504" y="192200"/>
              <a:ext cx="550875" cy="139200"/>
              <a:chOff x="216625" y="192200"/>
              <a:chExt cx="550875" cy="139200"/>
            </a:xfrm>
          </p:grpSpPr>
          <p:sp>
            <p:nvSpPr>
              <p:cNvPr id="238" name="Google Shape;238;p23"/>
              <p:cNvSpPr/>
              <p:nvPr/>
            </p:nvSpPr>
            <p:spPr>
              <a:xfrm>
                <a:off x="216625" y="192200"/>
                <a:ext cx="139200" cy="139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39" name="Google Shape;239;p23"/>
              <p:cNvSpPr/>
              <p:nvPr/>
            </p:nvSpPr>
            <p:spPr>
              <a:xfrm>
                <a:off x="422463" y="192200"/>
                <a:ext cx="139200" cy="13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40" name="Google Shape;240;p23"/>
              <p:cNvSpPr/>
              <p:nvPr/>
            </p:nvSpPr>
            <p:spPr>
              <a:xfrm>
                <a:off x="628300" y="192200"/>
                <a:ext cx="139200" cy="139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41" name="Shape 241"/>
        <p:cNvGrpSpPr/>
        <p:nvPr/>
      </p:nvGrpSpPr>
      <p:grpSpPr>
        <a:xfrm>
          <a:off x="0" y="0"/>
          <a:ext cx="0" cy="0"/>
          <a:chOff x="0" y="0"/>
          <a:chExt cx="0" cy="0"/>
        </a:xfrm>
      </p:grpSpPr>
      <p:sp>
        <p:nvSpPr>
          <p:cNvPr id="242" name="Google Shape;242;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3" name="Google Shape;243;p24"/>
          <p:cNvSpPr txBox="1"/>
          <p:nvPr>
            <p:ph idx="1" type="subTitle"/>
          </p:nvPr>
        </p:nvSpPr>
        <p:spPr>
          <a:xfrm>
            <a:off x="1594575" y="1548075"/>
            <a:ext cx="2793600" cy="1393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4" name="Google Shape;244;p24"/>
          <p:cNvSpPr txBox="1"/>
          <p:nvPr>
            <p:ph idx="2" type="subTitle"/>
          </p:nvPr>
        </p:nvSpPr>
        <p:spPr>
          <a:xfrm>
            <a:off x="5637175" y="1548075"/>
            <a:ext cx="2793600" cy="1393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5" name="Google Shape;245;p24"/>
          <p:cNvSpPr txBox="1"/>
          <p:nvPr>
            <p:ph idx="3" type="subTitle"/>
          </p:nvPr>
        </p:nvSpPr>
        <p:spPr>
          <a:xfrm>
            <a:off x="1594575" y="3210200"/>
            <a:ext cx="2793600" cy="1393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6" name="Google Shape;246;p24"/>
          <p:cNvSpPr txBox="1"/>
          <p:nvPr>
            <p:ph idx="4" type="subTitle"/>
          </p:nvPr>
        </p:nvSpPr>
        <p:spPr>
          <a:xfrm>
            <a:off x="5637175" y="3210200"/>
            <a:ext cx="2793600" cy="1393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47" name="Google Shape;247;p24"/>
          <p:cNvSpPr txBox="1"/>
          <p:nvPr>
            <p:ph idx="5" type="subTitle"/>
          </p:nvPr>
        </p:nvSpPr>
        <p:spPr>
          <a:xfrm>
            <a:off x="1594576" y="1153250"/>
            <a:ext cx="2793600" cy="488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Oxanium Medium"/>
              <a:buNone/>
              <a:defRPr sz="2400">
                <a:solidFill>
                  <a:schemeClr val="dk1"/>
                </a:solidFill>
                <a:latin typeface="Oxanium Medium"/>
                <a:ea typeface="Oxanium Medium"/>
                <a:cs typeface="Oxanium Medium"/>
                <a:sym typeface="Oxanium Medium"/>
              </a:defRPr>
            </a:lvl1pPr>
            <a:lvl2pPr lvl="1"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2pPr>
            <a:lvl3pPr lvl="2"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3pPr>
            <a:lvl4pPr lvl="3"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4pPr>
            <a:lvl5pPr lvl="4"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5pPr>
            <a:lvl6pPr lvl="5"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6pPr>
            <a:lvl7pPr lvl="6"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7pPr>
            <a:lvl8pPr lvl="7"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8pPr>
            <a:lvl9pPr lvl="8"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9pPr>
          </a:lstStyle>
          <a:p/>
        </p:txBody>
      </p:sp>
      <p:sp>
        <p:nvSpPr>
          <p:cNvPr id="248" name="Google Shape;248;p24"/>
          <p:cNvSpPr txBox="1"/>
          <p:nvPr>
            <p:ph idx="6" type="subTitle"/>
          </p:nvPr>
        </p:nvSpPr>
        <p:spPr>
          <a:xfrm>
            <a:off x="1594576" y="2815375"/>
            <a:ext cx="2793600" cy="488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Oxanium Medium"/>
              <a:buNone/>
              <a:defRPr sz="2400">
                <a:solidFill>
                  <a:schemeClr val="dk1"/>
                </a:solidFill>
                <a:latin typeface="Oxanium Medium"/>
                <a:ea typeface="Oxanium Medium"/>
                <a:cs typeface="Oxanium Medium"/>
                <a:sym typeface="Oxanium Medium"/>
              </a:defRPr>
            </a:lvl1pPr>
            <a:lvl2pPr lvl="1"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2pPr>
            <a:lvl3pPr lvl="2"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3pPr>
            <a:lvl4pPr lvl="3"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4pPr>
            <a:lvl5pPr lvl="4"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5pPr>
            <a:lvl6pPr lvl="5"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6pPr>
            <a:lvl7pPr lvl="6"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7pPr>
            <a:lvl8pPr lvl="7"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8pPr>
            <a:lvl9pPr lvl="8"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9pPr>
          </a:lstStyle>
          <a:p/>
        </p:txBody>
      </p:sp>
      <p:sp>
        <p:nvSpPr>
          <p:cNvPr id="249" name="Google Shape;249;p24"/>
          <p:cNvSpPr txBox="1"/>
          <p:nvPr>
            <p:ph idx="7" type="subTitle"/>
          </p:nvPr>
        </p:nvSpPr>
        <p:spPr>
          <a:xfrm>
            <a:off x="5637176" y="1153250"/>
            <a:ext cx="2793600" cy="488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Oxanium Medium"/>
              <a:buNone/>
              <a:defRPr sz="2400">
                <a:solidFill>
                  <a:schemeClr val="dk1"/>
                </a:solidFill>
                <a:latin typeface="Oxanium Medium"/>
                <a:ea typeface="Oxanium Medium"/>
                <a:cs typeface="Oxanium Medium"/>
                <a:sym typeface="Oxanium Medium"/>
              </a:defRPr>
            </a:lvl1pPr>
            <a:lvl2pPr lvl="1"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2pPr>
            <a:lvl3pPr lvl="2"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3pPr>
            <a:lvl4pPr lvl="3"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4pPr>
            <a:lvl5pPr lvl="4"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5pPr>
            <a:lvl6pPr lvl="5"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6pPr>
            <a:lvl7pPr lvl="6"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7pPr>
            <a:lvl8pPr lvl="7"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8pPr>
            <a:lvl9pPr lvl="8"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9pPr>
          </a:lstStyle>
          <a:p/>
        </p:txBody>
      </p:sp>
      <p:sp>
        <p:nvSpPr>
          <p:cNvPr id="250" name="Google Shape;250;p24"/>
          <p:cNvSpPr txBox="1"/>
          <p:nvPr>
            <p:ph idx="8" type="subTitle"/>
          </p:nvPr>
        </p:nvSpPr>
        <p:spPr>
          <a:xfrm>
            <a:off x="5637176" y="2815375"/>
            <a:ext cx="2793600" cy="4884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Oxanium Medium"/>
              <a:buNone/>
              <a:defRPr sz="2400">
                <a:solidFill>
                  <a:schemeClr val="dk1"/>
                </a:solidFill>
                <a:latin typeface="Oxanium Medium"/>
                <a:ea typeface="Oxanium Medium"/>
                <a:cs typeface="Oxanium Medium"/>
                <a:sym typeface="Oxanium Medium"/>
              </a:defRPr>
            </a:lvl1pPr>
            <a:lvl2pPr lvl="1"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2pPr>
            <a:lvl3pPr lvl="2"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3pPr>
            <a:lvl4pPr lvl="3"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4pPr>
            <a:lvl5pPr lvl="4"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5pPr>
            <a:lvl6pPr lvl="5"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6pPr>
            <a:lvl7pPr lvl="6"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7pPr>
            <a:lvl8pPr lvl="7"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8pPr>
            <a:lvl9pPr lvl="8" rtl="0" algn="ctr">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9pPr>
          </a:lstStyle>
          <a:p/>
        </p:txBody>
      </p:sp>
      <p:grpSp>
        <p:nvGrpSpPr>
          <p:cNvPr id="251" name="Google Shape;251;p24"/>
          <p:cNvGrpSpPr/>
          <p:nvPr/>
        </p:nvGrpSpPr>
        <p:grpSpPr>
          <a:xfrm>
            <a:off x="-75" y="0"/>
            <a:ext cx="8925454" cy="5143500"/>
            <a:chOff x="-75" y="0"/>
            <a:chExt cx="8925454" cy="5143500"/>
          </a:xfrm>
        </p:grpSpPr>
        <p:grpSp>
          <p:nvGrpSpPr>
            <p:cNvPr id="252" name="Google Shape;252;p24"/>
            <p:cNvGrpSpPr/>
            <p:nvPr/>
          </p:nvGrpSpPr>
          <p:grpSpPr>
            <a:xfrm>
              <a:off x="-75" y="0"/>
              <a:ext cx="440400" cy="5143500"/>
              <a:chOff x="-75" y="0"/>
              <a:chExt cx="440400" cy="5143500"/>
            </a:xfrm>
          </p:grpSpPr>
          <p:sp>
            <p:nvSpPr>
              <p:cNvPr id="253" name="Google Shape;253;p24"/>
              <p:cNvSpPr/>
              <p:nvPr/>
            </p:nvSpPr>
            <p:spPr>
              <a:xfrm rot="5400000">
                <a:off x="-82575" y="607425"/>
                <a:ext cx="605400" cy="440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54" name="Google Shape;254;p24"/>
              <p:cNvSpPr/>
              <p:nvPr/>
            </p:nvSpPr>
            <p:spPr>
              <a:xfrm>
                <a:off x="0" y="0"/>
                <a:ext cx="278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nvGrpSpPr>
            <p:cNvPr id="255" name="Google Shape;255;p24"/>
            <p:cNvGrpSpPr/>
            <p:nvPr/>
          </p:nvGrpSpPr>
          <p:grpSpPr>
            <a:xfrm>
              <a:off x="8374504" y="192200"/>
              <a:ext cx="550875" cy="139200"/>
              <a:chOff x="216625" y="192200"/>
              <a:chExt cx="550875" cy="139200"/>
            </a:xfrm>
          </p:grpSpPr>
          <p:sp>
            <p:nvSpPr>
              <p:cNvPr id="256" name="Google Shape;256;p24"/>
              <p:cNvSpPr/>
              <p:nvPr/>
            </p:nvSpPr>
            <p:spPr>
              <a:xfrm>
                <a:off x="216625" y="192200"/>
                <a:ext cx="139200" cy="139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57" name="Google Shape;257;p24"/>
              <p:cNvSpPr/>
              <p:nvPr/>
            </p:nvSpPr>
            <p:spPr>
              <a:xfrm>
                <a:off x="422463" y="192200"/>
                <a:ext cx="139200" cy="13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58" name="Google Shape;258;p24"/>
              <p:cNvSpPr/>
              <p:nvPr/>
            </p:nvSpPr>
            <p:spPr>
              <a:xfrm>
                <a:off x="628300" y="192200"/>
                <a:ext cx="139200" cy="139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6_1_1_1_1_1">
    <p:spTree>
      <p:nvGrpSpPr>
        <p:cNvPr id="259" name="Shape 259"/>
        <p:cNvGrpSpPr/>
        <p:nvPr/>
      </p:nvGrpSpPr>
      <p:grpSpPr>
        <a:xfrm>
          <a:off x="0" y="0"/>
          <a:ext cx="0" cy="0"/>
          <a:chOff x="0" y="0"/>
          <a:chExt cx="0" cy="0"/>
        </a:xfrm>
      </p:grpSpPr>
      <p:sp>
        <p:nvSpPr>
          <p:cNvPr id="260" name="Google Shape;260;p25"/>
          <p:cNvSpPr txBox="1"/>
          <p:nvPr>
            <p:ph idx="1" type="subTitle"/>
          </p:nvPr>
        </p:nvSpPr>
        <p:spPr>
          <a:xfrm>
            <a:off x="3807613" y="2512700"/>
            <a:ext cx="1528800" cy="209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61" name="Google Shape;261;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62" name="Google Shape;262;p25"/>
          <p:cNvSpPr txBox="1"/>
          <p:nvPr>
            <p:ph idx="2" type="title"/>
          </p:nvPr>
        </p:nvSpPr>
        <p:spPr>
          <a:xfrm>
            <a:off x="720000" y="2074400"/>
            <a:ext cx="15288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63" name="Google Shape;263;p25"/>
          <p:cNvSpPr txBox="1"/>
          <p:nvPr>
            <p:ph idx="3" type="subTitle"/>
          </p:nvPr>
        </p:nvSpPr>
        <p:spPr>
          <a:xfrm>
            <a:off x="720025" y="2512700"/>
            <a:ext cx="1528800" cy="209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64" name="Google Shape;264;p25"/>
          <p:cNvSpPr txBox="1"/>
          <p:nvPr>
            <p:ph idx="4" type="title"/>
          </p:nvPr>
        </p:nvSpPr>
        <p:spPr>
          <a:xfrm>
            <a:off x="3807599" y="2074400"/>
            <a:ext cx="15288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65" name="Google Shape;265;p25"/>
          <p:cNvSpPr txBox="1"/>
          <p:nvPr>
            <p:ph idx="5" type="title"/>
          </p:nvPr>
        </p:nvSpPr>
        <p:spPr>
          <a:xfrm>
            <a:off x="6895198" y="2074400"/>
            <a:ext cx="15288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66" name="Google Shape;266;p25"/>
          <p:cNvSpPr txBox="1"/>
          <p:nvPr>
            <p:ph idx="6" type="subTitle"/>
          </p:nvPr>
        </p:nvSpPr>
        <p:spPr>
          <a:xfrm>
            <a:off x="6895202" y="2512700"/>
            <a:ext cx="1528800" cy="209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67" name="Google Shape;267;p25"/>
          <p:cNvSpPr txBox="1"/>
          <p:nvPr>
            <p:ph idx="7" type="title"/>
          </p:nvPr>
        </p:nvSpPr>
        <p:spPr>
          <a:xfrm>
            <a:off x="2263800" y="2074400"/>
            <a:ext cx="15288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68" name="Google Shape;268;p25"/>
          <p:cNvSpPr txBox="1"/>
          <p:nvPr>
            <p:ph idx="8" type="subTitle"/>
          </p:nvPr>
        </p:nvSpPr>
        <p:spPr>
          <a:xfrm>
            <a:off x="2263819" y="2512700"/>
            <a:ext cx="1528800" cy="209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69" name="Google Shape;269;p25"/>
          <p:cNvSpPr txBox="1"/>
          <p:nvPr>
            <p:ph idx="9" type="title"/>
          </p:nvPr>
        </p:nvSpPr>
        <p:spPr>
          <a:xfrm>
            <a:off x="5351399" y="2074400"/>
            <a:ext cx="1528800" cy="527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sz="24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70" name="Google Shape;270;p25"/>
          <p:cNvSpPr txBox="1"/>
          <p:nvPr>
            <p:ph idx="13" type="subTitle"/>
          </p:nvPr>
        </p:nvSpPr>
        <p:spPr>
          <a:xfrm>
            <a:off x="5351407" y="2512700"/>
            <a:ext cx="1528800" cy="209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71" name="Google Shape;271;p25"/>
          <p:cNvGrpSpPr/>
          <p:nvPr/>
        </p:nvGrpSpPr>
        <p:grpSpPr>
          <a:xfrm>
            <a:off x="-75" y="0"/>
            <a:ext cx="8925454" cy="5143500"/>
            <a:chOff x="-75" y="0"/>
            <a:chExt cx="8925454" cy="5143500"/>
          </a:xfrm>
        </p:grpSpPr>
        <p:grpSp>
          <p:nvGrpSpPr>
            <p:cNvPr id="272" name="Google Shape;272;p25"/>
            <p:cNvGrpSpPr/>
            <p:nvPr/>
          </p:nvGrpSpPr>
          <p:grpSpPr>
            <a:xfrm>
              <a:off x="-75" y="0"/>
              <a:ext cx="440400" cy="5143500"/>
              <a:chOff x="-75" y="0"/>
              <a:chExt cx="440400" cy="5143500"/>
            </a:xfrm>
          </p:grpSpPr>
          <p:sp>
            <p:nvSpPr>
              <p:cNvPr id="273" name="Google Shape;273;p25"/>
              <p:cNvSpPr/>
              <p:nvPr/>
            </p:nvSpPr>
            <p:spPr>
              <a:xfrm rot="5400000">
                <a:off x="-82575" y="607425"/>
                <a:ext cx="605400" cy="440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74" name="Google Shape;274;p25"/>
              <p:cNvSpPr/>
              <p:nvPr/>
            </p:nvSpPr>
            <p:spPr>
              <a:xfrm>
                <a:off x="0" y="0"/>
                <a:ext cx="278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nvGrpSpPr>
            <p:cNvPr id="275" name="Google Shape;275;p25"/>
            <p:cNvGrpSpPr/>
            <p:nvPr/>
          </p:nvGrpSpPr>
          <p:grpSpPr>
            <a:xfrm>
              <a:off x="8374504" y="192200"/>
              <a:ext cx="550875" cy="139200"/>
              <a:chOff x="216625" y="192200"/>
              <a:chExt cx="550875" cy="139200"/>
            </a:xfrm>
          </p:grpSpPr>
          <p:sp>
            <p:nvSpPr>
              <p:cNvPr id="276" name="Google Shape;276;p25"/>
              <p:cNvSpPr/>
              <p:nvPr/>
            </p:nvSpPr>
            <p:spPr>
              <a:xfrm>
                <a:off x="216625" y="192200"/>
                <a:ext cx="139200" cy="139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77" name="Google Shape;277;p25"/>
              <p:cNvSpPr/>
              <p:nvPr/>
            </p:nvSpPr>
            <p:spPr>
              <a:xfrm>
                <a:off x="422463" y="192200"/>
                <a:ext cx="139200" cy="13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78" name="Google Shape;278;p25"/>
              <p:cNvSpPr/>
              <p:nvPr/>
            </p:nvSpPr>
            <p:spPr>
              <a:xfrm>
                <a:off x="628300" y="192200"/>
                <a:ext cx="139200" cy="139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79" name="Shape 279"/>
        <p:cNvGrpSpPr/>
        <p:nvPr/>
      </p:nvGrpSpPr>
      <p:grpSpPr>
        <a:xfrm>
          <a:off x="0" y="0"/>
          <a:ext cx="0" cy="0"/>
          <a:chOff x="0" y="0"/>
          <a:chExt cx="0" cy="0"/>
        </a:xfrm>
      </p:grpSpPr>
      <p:sp>
        <p:nvSpPr>
          <p:cNvPr id="280" name="Google Shape;280;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81" name="Google Shape;281;p26"/>
          <p:cNvSpPr txBox="1"/>
          <p:nvPr>
            <p:ph idx="1" type="subTitle"/>
          </p:nvPr>
        </p:nvSpPr>
        <p:spPr>
          <a:xfrm>
            <a:off x="713303" y="1509375"/>
            <a:ext cx="2437200" cy="136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82" name="Google Shape;282;p26"/>
          <p:cNvSpPr txBox="1"/>
          <p:nvPr>
            <p:ph idx="2" type="subTitle"/>
          </p:nvPr>
        </p:nvSpPr>
        <p:spPr>
          <a:xfrm>
            <a:off x="3351450" y="1509375"/>
            <a:ext cx="2437200" cy="136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83" name="Google Shape;283;p26"/>
          <p:cNvSpPr txBox="1"/>
          <p:nvPr>
            <p:ph idx="3" type="subTitle"/>
          </p:nvPr>
        </p:nvSpPr>
        <p:spPr>
          <a:xfrm>
            <a:off x="713303" y="3236000"/>
            <a:ext cx="2437200" cy="136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84" name="Google Shape;284;p26"/>
          <p:cNvSpPr txBox="1"/>
          <p:nvPr>
            <p:ph idx="4" type="subTitle"/>
          </p:nvPr>
        </p:nvSpPr>
        <p:spPr>
          <a:xfrm>
            <a:off x="3351450" y="3236000"/>
            <a:ext cx="2437200" cy="136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85" name="Google Shape;285;p26"/>
          <p:cNvSpPr txBox="1"/>
          <p:nvPr>
            <p:ph idx="5" type="subTitle"/>
          </p:nvPr>
        </p:nvSpPr>
        <p:spPr>
          <a:xfrm>
            <a:off x="5987591" y="1509375"/>
            <a:ext cx="2437200" cy="136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86" name="Google Shape;286;p26"/>
          <p:cNvSpPr txBox="1"/>
          <p:nvPr>
            <p:ph idx="6" type="subTitle"/>
          </p:nvPr>
        </p:nvSpPr>
        <p:spPr>
          <a:xfrm>
            <a:off x="5987591" y="3236000"/>
            <a:ext cx="2437200" cy="136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287" name="Google Shape;287;p26"/>
          <p:cNvSpPr txBox="1"/>
          <p:nvPr>
            <p:ph idx="7" type="subTitle"/>
          </p:nvPr>
        </p:nvSpPr>
        <p:spPr>
          <a:xfrm>
            <a:off x="720000" y="1179800"/>
            <a:ext cx="24411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Oxanium Medium"/>
              <a:buNone/>
              <a:defRPr sz="2400">
                <a:solidFill>
                  <a:schemeClr val="dk1"/>
                </a:solidFill>
                <a:latin typeface="Oxanium Medium"/>
                <a:ea typeface="Oxanium Medium"/>
                <a:cs typeface="Oxanium Medium"/>
                <a:sym typeface="Oxanium Medium"/>
              </a:defRPr>
            </a:lvl1pPr>
            <a:lvl2pPr lvl="1"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2pPr>
            <a:lvl3pPr lvl="2"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3pPr>
            <a:lvl4pPr lvl="3"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4pPr>
            <a:lvl5pPr lvl="4"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5pPr>
            <a:lvl6pPr lvl="5"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6pPr>
            <a:lvl7pPr lvl="6"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7pPr>
            <a:lvl8pPr lvl="7"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8pPr>
            <a:lvl9pPr lvl="8"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9pPr>
          </a:lstStyle>
          <a:p/>
        </p:txBody>
      </p:sp>
      <p:sp>
        <p:nvSpPr>
          <p:cNvPr id="288" name="Google Shape;288;p26"/>
          <p:cNvSpPr txBox="1"/>
          <p:nvPr>
            <p:ph idx="8" type="subTitle"/>
          </p:nvPr>
        </p:nvSpPr>
        <p:spPr>
          <a:xfrm>
            <a:off x="3351450" y="1179800"/>
            <a:ext cx="24411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Oxanium Medium"/>
              <a:buNone/>
              <a:defRPr sz="2400">
                <a:solidFill>
                  <a:schemeClr val="dk1"/>
                </a:solidFill>
                <a:latin typeface="Oxanium Medium"/>
                <a:ea typeface="Oxanium Medium"/>
                <a:cs typeface="Oxanium Medium"/>
                <a:sym typeface="Oxanium Medium"/>
              </a:defRPr>
            </a:lvl1pPr>
            <a:lvl2pPr lvl="1"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2pPr>
            <a:lvl3pPr lvl="2"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3pPr>
            <a:lvl4pPr lvl="3"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4pPr>
            <a:lvl5pPr lvl="4"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5pPr>
            <a:lvl6pPr lvl="5"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6pPr>
            <a:lvl7pPr lvl="6"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7pPr>
            <a:lvl8pPr lvl="7"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8pPr>
            <a:lvl9pPr lvl="8"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9pPr>
          </a:lstStyle>
          <a:p/>
        </p:txBody>
      </p:sp>
      <p:sp>
        <p:nvSpPr>
          <p:cNvPr id="289" name="Google Shape;289;p26"/>
          <p:cNvSpPr txBox="1"/>
          <p:nvPr>
            <p:ph idx="9" type="subTitle"/>
          </p:nvPr>
        </p:nvSpPr>
        <p:spPr>
          <a:xfrm>
            <a:off x="5983691" y="1179800"/>
            <a:ext cx="24411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Oxanium Medium"/>
              <a:buNone/>
              <a:defRPr sz="2400">
                <a:solidFill>
                  <a:schemeClr val="dk1"/>
                </a:solidFill>
                <a:latin typeface="Oxanium Medium"/>
                <a:ea typeface="Oxanium Medium"/>
                <a:cs typeface="Oxanium Medium"/>
                <a:sym typeface="Oxanium Medium"/>
              </a:defRPr>
            </a:lvl1pPr>
            <a:lvl2pPr lvl="1"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2pPr>
            <a:lvl3pPr lvl="2"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3pPr>
            <a:lvl4pPr lvl="3"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4pPr>
            <a:lvl5pPr lvl="4"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5pPr>
            <a:lvl6pPr lvl="5"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6pPr>
            <a:lvl7pPr lvl="6"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7pPr>
            <a:lvl8pPr lvl="7"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8pPr>
            <a:lvl9pPr lvl="8"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9pPr>
          </a:lstStyle>
          <a:p/>
        </p:txBody>
      </p:sp>
      <p:sp>
        <p:nvSpPr>
          <p:cNvPr id="290" name="Google Shape;290;p26"/>
          <p:cNvSpPr txBox="1"/>
          <p:nvPr>
            <p:ph idx="13" type="subTitle"/>
          </p:nvPr>
        </p:nvSpPr>
        <p:spPr>
          <a:xfrm>
            <a:off x="720000" y="2905201"/>
            <a:ext cx="24411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Oxanium Medium"/>
              <a:buNone/>
              <a:defRPr sz="2400">
                <a:solidFill>
                  <a:schemeClr val="dk1"/>
                </a:solidFill>
                <a:latin typeface="Oxanium Medium"/>
                <a:ea typeface="Oxanium Medium"/>
                <a:cs typeface="Oxanium Medium"/>
                <a:sym typeface="Oxanium Medium"/>
              </a:defRPr>
            </a:lvl1pPr>
            <a:lvl2pPr lvl="1"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2pPr>
            <a:lvl3pPr lvl="2"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3pPr>
            <a:lvl4pPr lvl="3"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4pPr>
            <a:lvl5pPr lvl="4"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5pPr>
            <a:lvl6pPr lvl="5"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6pPr>
            <a:lvl7pPr lvl="6"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7pPr>
            <a:lvl8pPr lvl="7"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8pPr>
            <a:lvl9pPr lvl="8"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9pPr>
          </a:lstStyle>
          <a:p/>
        </p:txBody>
      </p:sp>
      <p:sp>
        <p:nvSpPr>
          <p:cNvPr id="291" name="Google Shape;291;p26"/>
          <p:cNvSpPr txBox="1"/>
          <p:nvPr>
            <p:ph idx="14" type="subTitle"/>
          </p:nvPr>
        </p:nvSpPr>
        <p:spPr>
          <a:xfrm>
            <a:off x="3351450" y="2905201"/>
            <a:ext cx="24411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Oxanium Medium"/>
              <a:buNone/>
              <a:defRPr sz="2400">
                <a:solidFill>
                  <a:schemeClr val="dk1"/>
                </a:solidFill>
                <a:latin typeface="Oxanium Medium"/>
                <a:ea typeface="Oxanium Medium"/>
                <a:cs typeface="Oxanium Medium"/>
                <a:sym typeface="Oxanium Medium"/>
              </a:defRPr>
            </a:lvl1pPr>
            <a:lvl2pPr lvl="1"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2pPr>
            <a:lvl3pPr lvl="2"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3pPr>
            <a:lvl4pPr lvl="3"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4pPr>
            <a:lvl5pPr lvl="4"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5pPr>
            <a:lvl6pPr lvl="5"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6pPr>
            <a:lvl7pPr lvl="6"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7pPr>
            <a:lvl8pPr lvl="7"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8pPr>
            <a:lvl9pPr lvl="8"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9pPr>
          </a:lstStyle>
          <a:p/>
        </p:txBody>
      </p:sp>
      <p:sp>
        <p:nvSpPr>
          <p:cNvPr id="292" name="Google Shape;292;p26"/>
          <p:cNvSpPr txBox="1"/>
          <p:nvPr>
            <p:ph idx="15" type="subTitle"/>
          </p:nvPr>
        </p:nvSpPr>
        <p:spPr>
          <a:xfrm>
            <a:off x="5983691" y="2905201"/>
            <a:ext cx="2441100" cy="457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Oxanium Medium"/>
              <a:buNone/>
              <a:defRPr sz="2400">
                <a:solidFill>
                  <a:schemeClr val="dk1"/>
                </a:solidFill>
                <a:latin typeface="Oxanium Medium"/>
                <a:ea typeface="Oxanium Medium"/>
                <a:cs typeface="Oxanium Medium"/>
                <a:sym typeface="Oxanium Medium"/>
              </a:defRPr>
            </a:lvl1pPr>
            <a:lvl2pPr lvl="1"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2pPr>
            <a:lvl3pPr lvl="2"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3pPr>
            <a:lvl4pPr lvl="3"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4pPr>
            <a:lvl5pPr lvl="4"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5pPr>
            <a:lvl6pPr lvl="5"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6pPr>
            <a:lvl7pPr lvl="6"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7pPr>
            <a:lvl8pPr lvl="7"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8pPr>
            <a:lvl9pPr lvl="8" rtl="0">
              <a:lnSpc>
                <a:spcPct val="100000"/>
              </a:lnSpc>
              <a:spcBef>
                <a:spcPts val="0"/>
              </a:spcBef>
              <a:spcAft>
                <a:spcPts val="0"/>
              </a:spcAft>
              <a:buSzPts val="2400"/>
              <a:buFont typeface="Oxanium Medium"/>
              <a:buNone/>
              <a:defRPr sz="2400">
                <a:latin typeface="Oxanium Medium"/>
                <a:ea typeface="Oxanium Medium"/>
                <a:cs typeface="Oxanium Medium"/>
                <a:sym typeface="Oxanium Medium"/>
              </a:defRPr>
            </a:lvl9pPr>
          </a:lstStyle>
          <a:p/>
        </p:txBody>
      </p:sp>
      <p:grpSp>
        <p:nvGrpSpPr>
          <p:cNvPr id="293" name="Google Shape;293;p26"/>
          <p:cNvGrpSpPr/>
          <p:nvPr/>
        </p:nvGrpSpPr>
        <p:grpSpPr>
          <a:xfrm>
            <a:off x="-75" y="0"/>
            <a:ext cx="8925454" cy="5143500"/>
            <a:chOff x="-75" y="0"/>
            <a:chExt cx="8925454" cy="5143500"/>
          </a:xfrm>
        </p:grpSpPr>
        <p:grpSp>
          <p:nvGrpSpPr>
            <p:cNvPr id="294" name="Google Shape;294;p26"/>
            <p:cNvGrpSpPr/>
            <p:nvPr/>
          </p:nvGrpSpPr>
          <p:grpSpPr>
            <a:xfrm>
              <a:off x="-75" y="0"/>
              <a:ext cx="440400" cy="5143500"/>
              <a:chOff x="-75" y="0"/>
              <a:chExt cx="440400" cy="5143500"/>
            </a:xfrm>
          </p:grpSpPr>
          <p:sp>
            <p:nvSpPr>
              <p:cNvPr id="295" name="Google Shape;295;p26"/>
              <p:cNvSpPr/>
              <p:nvPr/>
            </p:nvSpPr>
            <p:spPr>
              <a:xfrm rot="5400000">
                <a:off x="-82575" y="607425"/>
                <a:ext cx="605400" cy="440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96" name="Google Shape;296;p26"/>
              <p:cNvSpPr/>
              <p:nvPr/>
            </p:nvSpPr>
            <p:spPr>
              <a:xfrm>
                <a:off x="0" y="0"/>
                <a:ext cx="278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nvGrpSpPr>
            <p:cNvPr id="297" name="Google Shape;297;p26"/>
            <p:cNvGrpSpPr/>
            <p:nvPr/>
          </p:nvGrpSpPr>
          <p:grpSpPr>
            <a:xfrm>
              <a:off x="8374504" y="192200"/>
              <a:ext cx="550875" cy="139200"/>
              <a:chOff x="216625" y="192200"/>
              <a:chExt cx="550875" cy="139200"/>
            </a:xfrm>
          </p:grpSpPr>
          <p:sp>
            <p:nvSpPr>
              <p:cNvPr id="298" name="Google Shape;298;p26"/>
              <p:cNvSpPr/>
              <p:nvPr/>
            </p:nvSpPr>
            <p:spPr>
              <a:xfrm>
                <a:off x="216625" y="192200"/>
                <a:ext cx="139200" cy="139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99" name="Google Shape;299;p26"/>
              <p:cNvSpPr/>
              <p:nvPr/>
            </p:nvSpPr>
            <p:spPr>
              <a:xfrm>
                <a:off x="422463" y="192200"/>
                <a:ext cx="139200" cy="13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00" name="Google Shape;300;p26"/>
              <p:cNvSpPr/>
              <p:nvPr/>
            </p:nvSpPr>
            <p:spPr>
              <a:xfrm>
                <a:off x="628300" y="192200"/>
                <a:ext cx="139200" cy="139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01" name="Shape 301"/>
        <p:cNvGrpSpPr/>
        <p:nvPr/>
      </p:nvGrpSpPr>
      <p:grpSpPr>
        <a:xfrm>
          <a:off x="0" y="0"/>
          <a:ext cx="0" cy="0"/>
          <a:chOff x="0" y="0"/>
          <a:chExt cx="0" cy="0"/>
        </a:xfrm>
      </p:grpSpPr>
      <p:sp>
        <p:nvSpPr>
          <p:cNvPr id="302" name="Google Shape;302;p27"/>
          <p:cNvSpPr txBox="1"/>
          <p:nvPr>
            <p:ph hasCustomPrompt="1" type="title"/>
          </p:nvPr>
        </p:nvSpPr>
        <p:spPr>
          <a:xfrm>
            <a:off x="2344100" y="633838"/>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6000"/>
              <a:buNone/>
              <a:defRPr sz="45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303" name="Google Shape;303;p27"/>
          <p:cNvSpPr txBox="1"/>
          <p:nvPr>
            <p:ph idx="1" type="subTitle"/>
          </p:nvPr>
        </p:nvSpPr>
        <p:spPr>
          <a:xfrm>
            <a:off x="2344100" y="1239439"/>
            <a:ext cx="4696800" cy="37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None/>
              <a:defRPr sz="1600">
                <a:solidFill>
                  <a:schemeClr val="dk1"/>
                </a:solidFill>
              </a:defRPr>
            </a:lvl1pPr>
            <a:lvl2pPr lvl="1" rtl="0">
              <a:lnSpc>
                <a:spcPct val="100000"/>
              </a:lnSpc>
              <a:spcBef>
                <a:spcPts val="0"/>
              </a:spcBef>
              <a:spcAft>
                <a:spcPts val="0"/>
              </a:spcAft>
              <a:buClr>
                <a:schemeClr val="dk1"/>
              </a:buClr>
              <a:buSzPts val="2100"/>
              <a:buNone/>
              <a:defRPr sz="2100">
                <a:solidFill>
                  <a:schemeClr val="dk1"/>
                </a:solidFill>
              </a:defRPr>
            </a:lvl2pPr>
            <a:lvl3pPr lvl="2" rtl="0">
              <a:lnSpc>
                <a:spcPct val="100000"/>
              </a:lnSpc>
              <a:spcBef>
                <a:spcPts val="0"/>
              </a:spcBef>
              <a:spcAft>
                <a:spcPts val="0"/>
              </a:spcAft>
              <a:buClr>
                <a:schemeClr val="dk1"/>
              </a:buClr>
              <a:buSzPts val="2100"/>
              <a:buNone/>
              <a:defRPr sz="2100">
                <a:solidFill>
                  <a:schemeClr val="dk1"/>
                </a:solidFill>
              </a:defRPr>
            </a:lvl3pPr>
            <a:lvl4pPr lvl="3" rtl="0">
              <a:lnSpc>
                <a:spcPct val="100000"/>
              </a:lnSpc>
              <a:spcBef>
                <a:spcPts val="0"/>
              </a:spcBef>
              <a:spcAft>
                <a:spcPts val="0"/>
              </a:spcAft>
              <a:buClr>
                <a:schemeClr val="dk1"/>
              </a:buClr>
              <a:buSzPts val="2100"/>
              <a:buNone/>
              <a:defRPr sz="2100">
                <a:solidFill>
                  <a:schemeClr val="dk1"/>
                </a:solidFill>
              </a:defRPr>
            </a:lvl4pPr>
            <a:lvl5pPr lvl="4" rtl="0">
              <a:lnSpc>
                <a:spcPct val="100000"/>
              </a:lnSpc>
              <a:spcBef>
                <a:spcPts val="0"/>
              </a:spcBef>
              <a:spcAft>
                <a:spcPts val="0"/>
              </a:spcAft>
              <a:buClr>
                <a:schemeClr val="dk1"/>
              </a:buClr>
              <a:buSzPts val="2100"/>
              <a:buNone/>
              <a:defRPr sz="2100">
                <a:solidFill>
                  <a:schemeClr val="dk1"/>
                </a:solidFill>
              </a:defRPr>
            </a:lvl5pPr>
            <a:lvl6pPr lvl="5" rtl="0">
              <a:lnSpc>
                <a:spcPct val="100000"/>
              </a:lnSpc>
              <a:spcBef>
                <a:spcPts val="0"/>
              </a:spcBef>
              <a:spcAft>
                <a:spcPts val="0"/>
              </a:spcAft>
              <a:buClr>
                <a:schemeClr val="dk1"/>
              </a:buClr>
              <a:buSzPts val="2100"/>
              <a:buNone/>
              <a:defRPr sz="2100">
                <a:solidFill>
                  <a:schemeClr val="dk1"/>
                </a:solidFill>
              </a:defRPr>
            </a:lvl6pPr>
            <a:lvl7pPr lvl="6" rtl="0">
              <a:lnSpc>
                <a:spcPct val="100000"/>
              </a:lnSpc>
              <a:spcBef>
                <a:spcPts val="0"/>
              </a:spcBef>
              <a:spcAft>
                <a:spcPts val="0"/>
              </a:spcAft>
              <a:buClr>
                <a:schemeClr val="dk1"/>
              </a:buClr>
              <a:buSzPts val="2100"/>
              <a:buNone/>
              <a:defRPr sz="2100">
                <a:solidFill>
                  <a:schemeClr val="dk1"/>
                </a:solidFill>
              </a:defRPr>
            </a:lvl7pPr>
            <a:lvl8pPr lvl="7" rtl="0">
              <a:lnSpc>
                <a:spcPct val="100000"/>
              </a:lnSpc>
              <a:spcBef>
                <a:spcPts val="0"/>
              </a:spcBef>
              <a:spcAft>
                <a:spcPts val="0"/>
              </a:spcAft>
              <a:buClr>
                <a:schemeClr val="dk1"/>
              </a:buClr>
              <a:buSzPts val="2100"/>
              <a:buNone/>
              <a:defRPr sz="2100">
                <a:solidFill>
                  <a:schemeClr val="dk1"/>
                </a:solidFill>
              </a:defRPr>
            </a:lvl8pPr>
            <a:lvl9pPr lvl="8" rtl="0">
              <a:lnSpc>
                <a:spcPct val="100000"/>
              </a:lnSpc>
              <a:spcBef>
                <a:spcPts val="0"/>
              </a:spcBef>
              <a:spcAft>
                <a:spcPts val="0"/>
              </a:spcAft>
              <a:buClr>
                <a:schemeClr val="dk1"/>
              </a:buClr>
              <a:buSzPts val="2100"/>
              <a:buNone/>
              <a:defRPr sz="2100">
                <a:solidFill>
                  <a:schemeClr val="dk1"/>
                </a:solidFill>
              </a:defRPr>
            </a:lvl9pPr>
          </a:lstStyle>
          <a:p/>
        </p:txBody>
      </p:sp>
      <p:sp>
        <p:nvSpPr>
          <p:cNvPr id="304" name="Google Shape;304;p27"/>
          <p:cNvSpPr txBox="1"/>
          <p:nvPr>
            <p:ph hasCustomPrompt="1" idx="2" type="title"/>
          </p:nvPr>
        </p:nvSpPr>
        <p:spPr>
          <a:xfrm>
            <a:off x="3039038" y="2041488"/>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6000"/>
              <a:buNone/>
              <a:defRPr sz="45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305" name="Google Shape;305;p27"/>
          <p:cNvSpPr txBox="1"/>
          <p:nvPr>
            <p:ph idx="3" type="subTitle"/>
          </p:nvPr>
        </p:nvSpPr>
        <p:spPr>
          <a:xfrm>
            <a:off x="3039050" y="2649660"/>
            <a:ext cx="4696800" cy="37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None/>
              <a:defRPr sz="1600">
                <a:solidFill>
                  <a:schemeClr val="dk1"/>
                </a:solidFill>
              </a:defRPr>
            </a:lvl1pPr>
            <a:lvl2pPr lvl="1" rtl="0">
              <a:lnSpc>
                <a:spcPct val="100000"/>
              </a:lnSpc>
              <a:spcBef>
                <a:spcPts val="0"/>
              </a:spcBef>
              <a:spcAft>
                <a:spcPts val="0"/>
              </a:spcAft>
              <a:buClr>
                <a:schemeClr val="dk1"/>
              </a:buClr>
              <a:buSzPts val="2100"/>
              <a:buNone/>
              <a:defRPr sz="2100">
                <a:solidFill>
                  <a:schemeClr val="dk1"/>
                </a:solidFill>
              </a:defRPr>
            </a:lvl2pPr>
            <a:lvl3pPr lvl="2" rtl="0">
              <a:lnSpc>
                <a:spcPct val="100000"/>
              </a:lnSpc>
              <a:spcBef>
                <a:spcPts val="0"/>
              </a:spcBef>
              <a:spcAft>
                <a:spcPts val="0"/>
              </a:spcAft>
              <a:buClr>
                <a:schemeClr val="dk1"/>
              </a:buClr>
              <a:buSzPts val="2100"/>
              <a:buNone/>
              <a:defRPr sz="2100">
                <a:solidFill>
                  <a:schemeClr val="dk1"/>
                </a:solidFill>
              </a:defRPr>
            </a:lvl3pPr>
            <a:lvl4pPr lvl="3" rtl="0">
              <a:lnSpc>
                <a:spcPct val="100000"/>
              </a:lnSpc>
              <a:spcBef>
                <a:spcPts val="0"/>
              </a:spcBef>
              <a:spcAft>
                <a:spcPts val="0"/>
              </a:spcAft>
              <a:buClr>
                <a:schemeClr val="dk1"/>
              </a:buClr>
              <a:buSzPts val="2100"/>
              <a:buNone/>
              <a:defRPr sz="2100">
                <a:solidFill>
                  <a:schemeClr val="dk1"/>
                </a:solidFill>
              </a:defRPr>
            </a:lvl4pPr>
            <a:lvl5pPr lvl="4" rtl="0">
              <a:lnSpc>
                <a:spcPct val="100000"/>
              </a:lnSpc>
              <a:spcBef>
                <a:spcPts val="0"/>
              </a:spcBef>
              <a:spcAft>
                <a:spcPts val="0"/>
              </a:spcAft>
              <a:buClr>
                <a:schemeClr val="dk1"/>
              </a:buClr>
              <a:buSzPts val="2100"/>
              <a:buNone/>
              <a:defRPr sz="2100">
                <a:solidFill>
                  <a:schemeClr val="dk1"/>
                </a:solidFill>
              </a:defRPr>
            </a:lvl5pPr>
            <a:lvl6pPr lvl="5" rtl="0">
              <a:lnSpc>
                <a:spcPct val="100000"/>
              </a:lnSpc>
              <a:spcBef>
                <a:spcPts val="0"/>
              </a:spcBef>
              <a:spcAft>
                <a:spcPts val="0"/>
              </a:spcAft>
              <a:buClr>
                <a:schemeClr val="dk1"/>
              </a:buClr>
              <a:buSzPts val="2100"/>
              <a:buNone/>
              <a:defRPr sz="2100">
                <a:solidFill>
                  <a:schemeClr val="dk1"/>
                </a:solidFill>
              </a:defRPr>
            </a:lvl6pPr>
            <a:lvl7pPr lvl="6" rtl="0">
              <a:lnSpc>
                <a:spcPct val="100000"/>
              </a:lnSpc>
              <a:spcBef>
                <a:spcPts val="0"/>
              </a:spcBef>
              <a:spcAft>
                <a:spcPts val="0"/>
              </a:spcAft>
              <a:buClr>
                <a:schemeClr val="dk1"/>
              </a:buClr>
              <a:buSzPts val="2100"/>
              <a:buNone/>
              <a:defRPr sz="2100">
                <a:solidFill>
                  <a:schemeClr val="dk1"/>
                </a:solidFill>
              </a:defRPr>
            </a:lvl7pPr>
            <a:lvl8pPr lvl="7" rtl="0">
              <a:lnSpc>
                <a:spcPct val="100000"/>
              </a:lnSpc>
              <a:spcBef>
                <a:spcPts val="0"/>
              </a:spcBef>
              <a:spcAft>
                <a:spcPts val="0"/>
              </a:spcAft>
              <a:buClr>
                <a:schemeClr val="dk1"/>
              </a:buClr>
              <a:buSzPts val="2100"/>
              <a:buNone/>
              <a:defRPr sz="2100">
                <a:solidFill>
                  <a:schemeClr val="dk1"/>
                </a:solidFill>
              </a:defRPr>
            </a:lvl8pPr>
            <a:lvl9pPr lvl="8" rtl="0">
              <a:lnSpc>
                <a:spcPct val="100000"/>
              </a:lnSpc>
              <a:spcBef>
                <a:spcPts val="0"/>
              </a:spcBef>
              <a:spcAft>
                <a:spcPts val="0"/>
              </a:spcAft>
              <a:buClr>
                <a:schemeClr val="dk1"/>
              </a:buClr>
              <a:buSzPts val="2100"/>
              <a:buNone/>
              <a:defRPr sz="2100">
                <a:solidFill>
                  <a:schemeClr val="dk1"/>
                </a:solidFill>
              </a:defRPr>
            </a:lvl9pPr>
          </a:lstStyle>
          <a:p/>
        </p:txBody>
      </p:sp>
      <p:sp>
        <p:nvSpPr>
          <p:cNvPr id="306" name="Google Shape;306;p27"/>
          <p:cNvSpPr txBox="1"/>
          <p:nvPr>
            <p:ph hasCustomPrompt="1" idx="4" type="title"/>
          </p:nvPr>
        </p:nvSpPr>
        <p:spPr>
          <a:xfrm>
            <a:off x="3733975" y="3451688"/>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6000"/>
              <a:buNone/>
              <a:defRPr sz="45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307" name="Google Shape;307;p27"/>
          <p:cNvSpPr txBox="1"/>
          <p:nvPr>
            <p:ph idx="5" type="subTitle"/>
          </p:nvPr>
        </p:nvSpPr>
        <p:spPr>
          <a:xfrm>
            <a:off x="3733975" y="4055287"/>
            <a:ext cx="4696800" cy="37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None/>
              <a:defRPr sz="1600">
                <a:solidFill>
                  <a:schemeClr val="dk1"/>
                </a:solidFill>
              </a:defRPr>
            </a:lvl1pPr>
            <a:lvl2pPr lvl="1" rtl="0">
              <a:lnSpc>
                <a:spcPct val="100000"/>
              </a:lnSpc>
              <a:spcBef>
                <a:spcPts val="0"/>
              </a:spcBef>
              <a:spcAft>
                <a:spcPts val="0"/>
              </a:spcAft>
              <a:buClr>
                <a:schemeClr val="dk1"/>
              </a:buClr>
              <a:buSzPts val="2100"/>
              <a:buNone/>
              <a:defRPr sz="2100">
                <a:solidFill>
                  <a:schemeClr val="dk1"/>
                </a:solidFill>
              </a:defRPr>
            </a:lvl2pPr>
            <a:lvl3pPr lvl="2" rtl="0">
              <a:lnSpc>
                <a:spcPct val="100000"/>
              </a:lnSpc>
              <a:spcBef>
                <a:spcPts val="0"/>
              </a:spcBef>
              <a:spcAft>
                <a:spcPts val="0"/>
              </a:spcAft>
              <a:buClr>
                <a:schemeClr val="dk1"/>
              </a:buClr>
              <a:buSzPts val="2100"/>
              <a:buNone/>
              <a:defRPr sz="2100">
                <a:solidFill>
                  <a:schemeClr val="dk1"/>
                </a:solidFill>
              </a:defRPr>
            </a:lvl3pPr>
            <a:lvl4pPr lvl="3" rtl="0">
              <a:lnSpc>
                <a:spcPct val="100000"/>
              </a:lnSpc>
              <a:spcBef>
                <a:spcPts val="0"/>
              </a:spcBef>
              <a:spcAft>
                <a:spcPts val="0"/>
              </a:spcAft>
              <a:buClr>
                <a:schemeClr val="dk1"/>
              </a:buClr>
              <a:buSzPts val="2100"/>
              <a:buNone/>
              <a:defRPr sz="2100">
                <a:solidFill>
                  <a:schemeClr val="dk1"/>
                </a:solidFill>
              </a:defRPr>
            </a:lvl4pPr>
            <a:lvl5pPr lvl="4" rtl="0">
              <a:lnSpc>
                <a:spcPct val="100000"/>
              </a:lnSpc>
              <a:spcBef>
                <a:spcPts val="0"/>
              </a:spcBef>
              <a:spcAft>
                <a:spcPts val="0"/>
              </a:spcAft>
              <a:buClr>
                <a:schemeClr val="dk1"/>
              </a:buClr>
              <a:buSzPts val="2100"/>
              <a:buNone/>
              <a:defRPr sz="2100">
                <a:solidFill>
                  <a:schemeClr val="dk1"/>
                </a:solidFill>
              </a:defRPr>
            </a:lvl5pPr>
            <a:lvl6pPr lvl="5" rtl="0">
              <a:lnSpc>
                <a:spcPct val="100000"/>
              </a:lnSpc>
              <a:spcBef>
                <a:spcPts val="0"/>
              </a:spcBef>
              <a:spcAft>
                <a:spcPts val="0"/>
              </a:spcAft>
              <a:buClr>
                <a:schemeClr val="dk1"/>
              </a:buClr>
              <a:buSzPts val="2100"/>
              <a:buNone/>
              <a:defRPr sz="2100">
                <a:solidFill>
                  <a:schemeClr val="dk1"/>
                </a:solidFill>
              </a:defRPr>
            </a:lvl6pPr>
            <a:lvl7pPr lvl="6" rtl="0">
              <a:lnSpc>
                <a:spcPct val="100000"/>
              </a:lnSpc>
              <a:spcBef>
                <a:spcPts val="0"/>
              </a:spcBef>
              <a:spcAft>
                <a:spcPts val="0"/>
              </a:spcAft>
              <a:buClr>
                <a:schemeClr val="dk1"/>
              </a:buClr>
              <a:buSzPts val="2100"/>
              <a:buNone/>
              <a:defRPr sz="2100">
                <a:solidFill>
                  <a:schemeClr val="dk1"/>
                </a:solidFill>
              </a:defRPr>
            </a:lvl7pPr>
            <a:lvl8pPr lvl="7" rtl="0">
              <a:lnSpc>
                <a:spcPct val="100000"/>
              </a:lnSpc>
              <a:spcBef>
                <a:spcPts val="0"/>
              </a:spcBef>
              <a:spcAft>
                <a:spcPts val="0"/>
              </a:spcAft>
              <a:buClr>
                <a:schemeClr val="dk1"/>
              </a:buClr>
              <a:buSzPts val="2100"/>
              <a:buNone/>
              <a:defRPr sz="2100">
                <a:solidFill>
                  <a:schemeClr val="dk1"/>
                </a:solidFill>
              </a:defRPr>
            </a:lvl8pPr>
            <a:lvl9pPr lvl="8" rtl="0">
              <a:lnSpc>
                <a:spcPct val="100000"/>
              </a:lnSpc>
              <a:spcBef>
                <a:spcPts val="0"/>
              </a:spcBef>
              <a:spcAft>
                <a:spcPts val="0"/>
              </a:spcAft>
              <a:buClr>
                <a:schemeClr val="dk1"/>
              </a:buClr>
              <a:buSzPts val="2100"/>
              <a:buNone/>
              <a:defRPr sz="2100">
                <a:solidFill>
                  <a:schemeClr val="dk1"/>
                </a:solidFill>
              </a:defRPr>
            </a:lvl9pPr>
          </a:lstStyle>
          <a:p/>
        </p:txBody>
      </p:sp>
      <p:grpSp>
        <p:nvGrpSpPr>
          <p:cNvPr id="308" name="Google Shape;308;p27"/>
          <p:cNvGrpSpPr/>
          <p:nvPr/>
        </p:nvGrpSpPr>
        <p:grpSpPr>
          <a:xfrm>
            <a:off x="-75" y="0"/>
            <a:ext cx="8925454" cy="5143500"/>
            <a:chOff x="-75" y="0"/>
            <a:chExt cx="8925454" cy="5143500"/>
          </a:xfrm>
        </p:grpSpPr>
        <p:grpSp>
          <p:nvGrpSpPr>
            <p:cNvPr id="309" name="Google Shape;309;p27"/>
            <p:cNvGrpSpPr/>
            <p:nvPr/>
          </p:nvGrpSpPr>
          <p:grpSpPr>
            <a:xfrm>
              <a:off x="-75" y="0"/>
              <a:ext cx="440400" cy="5143500"/>
              <a:chOff x="-75" y="0"/>
              <a:chExt cx="440400" cy="5143500"/>
            </a:xfrm>
          </p:grpSpPr>
          <p:sp>
            <p:nvSpPr>
              <p:cNvPr id="310" name="Google Shape;310;p27"/>
              <p:cNvSpPr/>
              <p:nvPr/>
            </p:nvSpPr>
            <p:spPr>
              <a:xfrm rot="5400000">
                <a:off x="-82575" y="607425"/>
                <a:ext cx="605400" cy="4404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11" name="Google Shape;311;p27"/>
              <p:cNvSpPr/>
              <p:nvPr/>
            </p:nvSpPr>
            <p:spPr>
              <a:xfrm>
                <a:off x="0" y="0"/>
                <a:ext cx="2781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nvGrpSpPr>
            <p:cNvPr id="312" name="Google Shape;312;p27"/>
            <p:cNvGrpSpPr/>
            <p:nvPr/>
          </p:nvGrpSpPr>
          <p:grpSpPr>
            <a:xfrm>
              <a:off x="8374504" y="192200"/>
              <a:ext cx="550875" cy="139200"/>
              <a:chOff x="216625" y="192200"/>
              <a:chExt cx="550875" cy="139200"/>
            </a:xfrm>
          </p:grpSpPr>
          <p:sp>
            <p:nvSpPr>
              <p:cNvPr id="313" name="Google Shape;313;p27"/>
              <p:cNvSpPr/>
              <p:nvPr/>
            </p:nvSpPr>
            <p:spPr>
              <a:xfrm>
                <a:off x="216625" y="192200"/>
                <a:ext cx="139200" cy="139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14" name="Google Shape;314;p27"/>
              <p:cNvSpPr/>
              <p:nvPr/>
            </p:nvSpPr>
            <p:spPr>
              <a:xfrm>
                <a:off x="422463" y="192200"/>
                <a:ext cx="139200" cy="13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15" name="Google Shape;315;p27"/>
              <p:cNvSpPr/>
              <p:nvPr/>
            </p:nvSpPr>
            <p:spPr>
              <a:xfrm>
                <a:off x="628300" y="192200"/>
                <a:ext cx="139200" cy="139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16" name="Shape 316"/>
        <p:cNvGrpSpPr/>
        <p:nvPr/>
      </p:nvGrpSpPr>
      <p:grpSpPr>
        <a:xfrm>
          <a:off x="0" y="0"/>
          <a:ext cx="0" cy="0"/>
          <a:chOff x="0" y="0"/>
          <a:chExt cx="0" cy="0"/>
        </a:xfrm>
      </p:grpSpPr>
      <p:grpSp>
        <p:nvGrpSpPr>
          <p:cNvPr id="317" name="Google Shape;317;p28"/>
          <p:cNvGrpSpPr/>
          <p:nvPr/>
        </p:nvGrpSpPr>
        <p:grpSpPr>
          <a:xfrm>
            <a:off x="-28500" y="0"/>
            <a:ext cx="9201000" cy="5143625"/>
            <a:chOff x="-28500" y="0"/>
            <a:chExt cx="9201000" cy="5143625"/>
          </a:xfrm>
        </p:grpSpPr>
        <p:sp>
          <p:nvSpPr>
            <p:cNvPr id="318" name="Google Shape;318;p28"/>
            <p:cNvSpPr/>
            <p:nvPr/>
          </p:nvSpPr>
          <p:spPr>
            <a:xfrm>
              <a:off x="50" y="0"/>
              <a:ext cx="9144000" cy="539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nvGrpSpPr>
            <p:cNvPr id="319" name="Google Shape;319;p28"/>
            <p:cNvGrpSpPr/>
            <p:nvPr/>
          </p:nvGrpSpPr>
          <p:grpSpPr>
            <a:xfrm>
              <a:off x="8374504" y="192200"/>
              <a:ext cx="550875" cy="139200"/>
              <a:chOff x="216625" y="192200"/>
              <a:chExt cx="550875" cy="139200"/>
            </a:xfrm>
          </p:grpSpPr>
          <p:sp>
            <p:nvSpPr>
              <p:cNvPr id="320" name="Google Shape;320;p28"/>
              <p:cNvSpPr/>
              <p:nvPr/>
            </p:nvSpPr>
            <p:spPr>
              <a:xfrm>
                <a:off x="216625" y="192200"/>
                <a:ext cx="139200" cy="139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21" name="Google Shape;321;p28"/>
              <p:cNvSpPr/>
              <p:nvPr/>
            </p:nvSpPr>
            <p:spPr>
              <a:xfrm>
                <a:off x="422463" y="192200"/>
                <a:ext cx="139200" cy="13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22" name="Google Shape;322;p28"/>
              <p:cNvSpPr/>
              <p:nvPr/>
            </p:nvSpPr>
            <p:spPr>
              <a:xfrm>
                <a:off x="628300" y="192200"/>
                <a:ext cx="139200" cy="139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sp>
          <p:nvSpPr>
            <p:cNvPr id="323" name="Google Shape;323;p28"/>
            <p:cNvSpPr/>
            <p:nvPr/>
          </p:nvSpPr>
          <p:spPr>
            <a:xfrm>
              <a:off x="553849" y="168450"/>
              <a:ext cx="7560300" cy="192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nvGrpSpPr>
            <p:cNvPr id="324" name="Google Shape;324;p28"/>
            <p:cNvGrpSpPr/>
            <p:nvPr/>
          </p:nvGrpSpPr>
          <p:grpSpPr>
            <a:xfrm>
              <a:off x="-28500" y="4703097"/>
              <a:ext cx="9201000" cy="440528"/>
              <a:chOff x="-28500" y="4703097"/>
              <a:chExt cx="9201000" cy="440528"/>
            </a:xfrm>
          </p:grpSpPr>
          <p:sp>
            <p:nvSpPr>
              <p:cNvPr id="325" name="Google Shape;325;p28"/>
              <p:cNvSpPr/>
              <p:nvPr/>
            </p:nvSpPr>
            <p:spPr>
              <a:xfrm>
                <a:off x="210502" y="4703097"/>
                <a:ext cx="605400" cy="4404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26" name="Google Shape;326;p28"/>
              <p:cNvSpPr/>
              <p:nvPr/>
            </p:nvSpPr>
            <p:spPr>
              <a:xfrm>
                <a:off x="-28500" y="4876325"/>
                <a:ext cx="9201000" cy="267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nvGrpSpPr>
            <p:cNvPr id="327" name="Google Shape;327;p28"/>
            <p:cNvGrpSpPr/>
            <p:nvPr/>
          </p:nvGrpSpPr>
          <p:grpSpPr>
            <a:xfrm>
              <a:off x="254892" y="171466"/>
              <a:ext cx="192300" cy="192300"/>
              <a:chOff x="254892" y="171466"/>
              <a:chExt cx="192300" cy="192300"/>
            </a:xfrm>
          </p:grpSpPr>
          <p:sp>
            <p:nvSpPr>
              <p:cNvPr id="328" name="Google Shape;328;p28"/>
              <p:cNvSpPr/>
              <p:nvPr/>
            </p:nvSpPr>
            <p:spPr>
              <a:xfrm flipH="1">
                <a:off x="254892" y="171466"/>
                <a:ext cx="192300" cy="192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nvGrpSpPr>
              <p:cNvPr id="329" name="Google Shape;329;p28"/>
              <p:cNvGrpSpPr/>
              <p:nvPr/>
            </p:nvGrpSpPr>
            <p:grpSpPr>
              <a:xfrm>
                <a:off x="297939" y="214513"/>
                <a:ext cx="106204" cy="106204"/>
                <a:chOff x="-833062" y="1011550"/>
                <a:chExt cx="157200" cy="157200"/>
              </a:xfrm>
            </p:grpSpPr>
            <p:cxnSp>
              <p:nvCxnSpPr>
                <p:cNvPr id="330" name="Google Shape;330;p28"/>
                <p:cNvCxnSpPr/>
                <p:nvPr/>
              </p:nvCxnSpPr>
              <p:spPr>
                <a:xfrm>
                  <a:off x="-833062" y="1011550"/>
                  <a:ext cx="157200" cy="157200"/>
                </a:xfrm>
                <a:prstGeom prst="straightConnector1">
                  <a:avLst/>
                </a:prstGeom>
                <a:noFill/>
                <a:ln cap="flat" cmpd="sng" w="9525">
                  <a:solidFill>
                    <a:schemeClr val="dk2"/>
                  </a:solidFill>
                  <a:prstDash val="solid"/>
                  <a:round/>
                  <a:headEnd len="med" w="med" type="none"/>
                  <a:tailEnd len="med" w="med" type="none"/>
                </a:ln>
              </p:spPr>
            </p:cxnSp>
            <p:cxnSp>
              <p:nvCxnSpPr>
                <p:cNvPr id="331" name="Google Shape;331;p28"/>
                <p:cNvCxnSpPr/>
                <p:nvPr/>
              </p:nvCxnSpPr>
              <p:spPr>
                <a:xfrm flipH="1">
                  <a:off x="-833062" y="1011550"/>
                  <a:ext cx="157200" cy="157200"/>
                </a:xfrm>
                <a:prstGeom prst="straightConnector1">
                  <a:avLst/>
                </a:prstGeom>
                <a:noFill/>
                <a:ln cap="flat" cmpd="sng" w="9525">
                  <a:solidFill>
                    <a:schemeClr val="dk2"/>
                  </a:solidFill>
                  <a:prstDash val="solid"/>
                  <a:round/>
                  <a:headEnd len="med" w="med" type="none"/>
                  <a:tailEnd len="med" w="med" type="none"/>
                </a:ln>
              </p:spPr>
            </p:cxnSp>
          </p:grpSp>
        </p:grpSp>
      </p:grpSp>
      <p:sp>
        <p:nvSpPr>
          <p:cNvPr id="332" name="Google Shape;332;p28"/>
          <p:cNvSpPr txBox="1"/>
          <p:nvPr>
            <p:ph type="title"/>
          </p:nvPr>
        </p:nvSpPr>
        <p:spPr>
          <a:xfrm>
            <a:off x="713275" y="707775"/>
            <a:ext cx="3395400" cy="1225500"/>
          </a:xfrm>
          <a:prstGeom prst="rect">
            <a:avLst/>
          </a:prstGeom>
        </p:spPr>
        <p:txBody>
          <a:bodyPr anchorCtr="0" anchor="b" bIns="91425" lIns="91425" spcFirstLastPara="1" rIns="91425" wrap="square" tIns="91425">
            <a:noAutofit/>
          </a:bodyPr>
          <a:lstStyle>
            <a:lvl1pPr lvl="0" rtl="0">
              <a:spcBef>
                <a:spcPts val="0"/>
              </a:spcBef>
              <a:spcAft>
                <a:spcPts val="0"/>
              </a:spcAft>
              <a:buSzPts val="5500"/>
              <a:buNone/>
              <a:defRPr sz="5500"/>
            </a:lvl1pPr>
            <a:lvl2pPr lvl="1" rtl="0">
              <a:spcBef>
                <a:spcPts val="0"/>
              </a:spcBef>
              <a:spcAft>
                <a:spcPts val="0"/>
              </a:spcAft>
              <a:buSzPts val="5500"/>
              <a:buNone/>
              <a:defRPr sz="5500"/>
            </a:lvl2pPr>
            <a:lvl3pPr lvl="2" rtl="0">
              <a:spcBef>
                <a:spcPts val="0"/>
              </a:spcBef>
              <a:spcAft>
                <a:spcPts val="0"/>
              </a:spcAft>
              <a:buSzPts val="5500"/>
              <a:buNone/>
              <a:defRPr sz="5500"/>
            </a:lvl3pPr>
            <a:lvl4pPr lvl="3" rtl="0">
              <a:spcBef>
                <a:spcPts val="0"/>
              </a:spcBef>
              <a:spcAft>
                <a:spcPts val="0"/>
              </a:spcAft>
              <a:buSzPts val="5500"/>
              <a:buNone/>
              <a:defRPr sz="5500"/>
            </a:lvl4pPr>
            <a:lvl5pPr lvl="4" rtl="0">
              <a:spcBef>
                <a:spcPts val="0"/>
              </a:spcBef>
              <a:spcAft>
                <a:spcPts val="0"/>
              </a:spcAft>
              <a:buSzPts val="5500"/>
              <a:buNone/>
              <a:defRPr sz="5500"/>
            </a:lvl5pPr>
            <a:lvl6pPr lvl="5" rtl="0">
              <a:spcBef>
                <a:spcPts val="0"/>
              </a:spcBef>
              <a:spcAft>
                <a:spcPts val="0"/>
              </a:spcAft>
              <a:buSzPts val="5500"/>
              <a:buNone/>
              <a:defRPr sz="5500"/>
            </a:lvl6pPr>
            <a:lvl7pPr lvl="6" rtl="0">
              <a:spcBef>
                <a:spcPts val="0"/>
              </a:spcBef>
              <a:spcAft>
                <a:spcPts val="0"/>
              </a:spcAft>
              <a:buSzPts val="5500"/>
              <a:buNone/>
              <a:defRPr sz="5500"/>
            </a:lvl7pPr>
            <a:lvl8pPr lvl="7" rtl="0">
              <a:spcBef>
                <a:spcPts val="0"/>
              </a:spcBef>
              <a:spcAft>
                <a:spcPts val="0"/>
              </a:spcAft>
              <a:buSzPts val="5500"/>
              <a:buNone/>
              <a:defRPr sz="5500"/>
            </a:lvl8pPr>
            <a:lvl9pPr lvl="8" rtl="0">
              <a:spcBef>
                <a:spcPts val="0"/>
              </a:spcBef>
              <a:spcAft>
                <a:spcPts val="0"/>
              </a:spcAft>
              <a:buSzPts val="5500"/>
              <a:buNone/>
              <a:defRPr sz="5500"/>
            </a:lvl9pPr>
          </a:lstStyle>
          <a:p/>
        </p:txBody>
      </p:sp>
      <p:sp>
        <p:nvSpPr>
          <p:cNvPr id="333" name="Google Shape;333;p28"/>
          <p:cNvSpPr txBox="1"/>
          <p:nvPr>
            <p:ph idx="1" type="subTitle"/>
          </p:nvPr>
        </p:nvSpPr>
        <p:spPr>
          <a:xfrm>
            <a:off x="713225" y="1993850"/>
            <a:ext cx="3395400" cy="1900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334" name="Google Shape;334;p28"/>
          <p:cNvSpPr txBox="1"/>
          <p:nvPr/>
        </p:nvSpPr>
        <p:spPr>
          <a:xfrm>
            <a:off x="4330075" y="2764220"/>
            <a:ext cx="3934800" cy="7725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200">
                <a:solidFill>
                  <a:schemeClr val="dk1"/>
                </a:solidFill>
                <a:latin typeface="Poppins"/>
                <a:ea typeface="Poppins"/>
                <a:cs typeface="Poppins"/>
                <a:sym typeface="Poppins"/>
              </a:rPr>
              <a:t>CREDITS: This presentation template was created by </a:t>
            </a:r>
            <a:r>
              <a:rPr b="1" lang="en" sz="1200" u="sng">
                <a:solidFill>
                  <a:schemeClr val="dk1"/>
                </a:solidFill>
                <a:latin typeface="Poppins"/>
                <a:ea typeface="Poppins"/>
                <a:cs typeface="Poppins"/>
                <a:sym typeface="Poppins"/>
                <a:hlinkClick r:id="rId2">
                  <a:extLst>
                    <a:ext uri="{A12FA001-AC4F-418D-AE19-62706E023703}">
                      <ahyp:hlinkClr val="tx"/>
                    </a:ext>
                  </a:extLst>
                </a:hlinkClick>
              </a:rPr>
              <a:t>Slidesgo</a:t>
            </a:r>
            <a:r>
              <a:rPr lang="en" sz="1200">
                <a:solidFill>
                  <a:schemeClr val="dk1"/>
                </a:solidFill>
                <a:latin typeface="Poppins"/>
                <a:ea typeface="Poppins"/>
                <a:cs typeface="Poppins"/>
                <a:sym typeface="Poppins"/>
              </a:rPr>
              <a:t>, and includes icons by </a:t>
            </a:r>
            <a:r>
              <a:rPr b="1" lang="en" sz="1200" u="sng">
                <a:solidFill>
                  <a:schemeClr val="dk1"/>
                </a:solidFill>
                <a:latin typeface="Poppins"/>
                <a:ea typeface="Poppins"/>
                <a:cs typeface="Poppins"/>
                <a:sym typeface="Poppins"/>
                <a:hlinkClick r:id="rId3">
                  <a:extLst>
                    <a:ext uri="{A12FA001-AC4F-418D-AE19-62706E023703}">
                      <ahyp:hlinkClr val="tx"/>
                    </a:ext>
                  </a:extLst>
                </a:hlinkClick>
              </a:rPr>
              <a:t>Flaticon</a:t>
            </a:r>
            <a:r>
              <a:rPr lang="en" sz="1200">
                <a:solidFill>
                  <a:schemeClr val="dk1"/>
                </a:solidFill>
                <a:latin typeface="Poppins"/>
                <a:ea typeface="Poppins"/>
                <a:cs typeface="Poppins"/>
                <a:sym typeface="Poppins"/>
              </a:rPr>
              <a:t>, and infographics &amp; images by </a:t>
            </a:r>
            <a:r>
              <a:rPr b="1" lang="en" sz="1200" u="sng">
                <a:solidFill>
                  <a:schemeClr val="dk1"/>
                </a:solidFill>
                <a:latin typeface="Poppins"/>
                <a:ea typeface="Poppins"/>
                <a:cs typeface="Poppins"/>
                <a:sym typeface="Poppins"/>
                <a:hlinkClick r:id="rId4">
                  <a:extLst>
                    <a:ext uri="{A12FA001-AC4F-418D-AE19-62706E023703}">
                      <ahyp:hlinkClr val="tx"/>
                    </a:ext>
                  </a:extLst>
                </a:hlinkClick>
              </a:rPr>
              <a:t>Freepik</a:t>
            </a:r>
            <a:r>
              <a:rPr lang="en" sz="1200" u="sng">
                <a:solidFill>
                  <a:schemeClr val="dk1"/>
                </a:solidFill>
                <a:latin typeface="Poppins"/>
                <a:ea typeface="Poppins"/>
                <a:cs typeface="Poppins"/>
                <a:sym typeface="Poppins"/>
              </a:rPr>
              <a:t> </a:t>
            </a:r>
            <a:endParaRPr sz="1200" u="sng">
              <a:solidFill>
                <a:schemeClr val="dk1"/>
              </a:solidFill>
              <a:latin typeface="Poppins"/>
              <a:ea typeface="Poppins"/>
              <a:cs typeface="Poppins"/>
              <a:sym typeface="Poppi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35" name="Shape 335"/>
        <p:cNvGrpSpPr/>
        <p:nvPr/>
      </p:nvGrpSpPr>
      <p:grpSpPr>
        <a:xfrm>
          <a:off x="0" y="0"/>
          <a:ext cx="0" cy="0"/>
          <a:chOff x="0" y="0"/>
          <a:chExt cx="0" cy="0"/>
        </a:xfrm>
      </p:grpSpPr>
      <p:grpSp>
        <p:nvGrpSpPr>
          <p:cNvPr id="336" name="Google Shape;336;p29"/>
          <p:cNvGrpSpPr/>
          <p:nvPr/>
        </p:nvGrpSpPr>
        <p:grpSpPr>
          <a:xfrm>
            <a:off x="50" y="0"/>
            <a:ext cx="9144000" cy="539700"/>
            <a:chOff x="50" y="0"/>
            <a:chExt cx="9144000" cy="539700"/>
          </a:xfrm>
        </p:grpSpPr>
        <p:sp>
          <p:nvSpPr>
            <p:cNvPr id="337" name="Google Shape;337;p29"/>
            <p:cNvSpPr/>
            <p:nvPr/>
          </p:nvSpPr>
          <p:spPr>
            <a:xfrm>
              <a:off x="50" y="0"/>
              <a:ext cx="9144000" cy="539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nvGrpSpPr>
            <p:cNvPr id="338" name="Google Shape;338;p29"/>
            <p:cNvGrpSpPr/>
            <p:nvPr/>
          </p:nvGrpSpPr>
          <p:grpSpPr>
            <a:xfrm>
              <a:off x="8374504" y="192200"/>
              <a:ext cx="550875" cy="139200"/>
              <a:chOff x="216625" y="192200"/>
              <a:chExt cx="550875" cy="139200"/>
            </a:xfrm>
          </p:grpSpPr>
          <p:sp>
            <p:nvSpPr>
              <p:cNvPr id="339" name="Google Shape;339;p29"/>
              <p:cNvSpPr/>
              <p:nvPr/>
            </p:nvSpPr>
            <p:spPr>
              <a:xfrm>
                <a:off x="216625" y="192200"/>
                <a:ext cx="139200" cy="139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40" name="Google Shape;340;p29"/>
              <p:cNvSpPr/>
              <p:nvPr/>
            </p:nvSpPr>
            <p:spPr>
              <a:xfrm>
                <a:off x="422463" y="192200"/>
                <a:ext cx="139200" cy="13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41" name="Google Shape;341;p29"/>
              <p:cNvSpPr/>
              <p:nvPr/>
            </p:nvSpPr>
            <p:spPr>
              <a:xfrm>
                <a:off x="628300" y="192200"/>
                <a:ext cx="139200" cy="139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sp>
          <p:nvSpPr>
            <p:cNvPr id="342" name="Google Shape;342;p29"/>
            <p:cNvSpPr/>
            <p:nvPr/>
          </p:nvSpPr>
          <p:spPr>
            <a:xfrm>
              <a:off x="553849" y="168450"/>
              <a:ext cx="7560300" cy="192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nvGrpSpPr>
            <p:cNvPr id="343" name="Google Shape;343;p29"/>
            <p:cNvGrpSpPr/>
            <p:nvPr/>
          </p:nvGrpSpPr>
          <p:grpSpPr>
            <a:xfrm>
              <a:off x="254892" y="171466"/>
              <a:ext cx="192300" cy="192300"/>
              <a:chOff x="254892" y="171466"/>
              <a:chExt cx="192300" cy="192300"/>
            </a:xfrm>
          </p:grpSpPr>
          <p:sp>
            <p:nvSpPr>
              <p:cNvPr id="344" name="Google Shape;344;p29"/>
              <p:cNvSpPr/>
              <p:nvPr/>
            </p:nvSpPr>
            <p:spPr>
              <a:xfrm flipH="1">
                <a:off x="254892" y="171466"/>
                <a:ext cx="192300" cy="192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nvGrpSpPr>
              <p:cNvPr id="345" name="Google Shape;345;p29"/>
              <p:cNvGrpSpPr/>
              <p:nvPr/>
            </p:nvGrpSpPr>
            <p:grpSpPr>
              <a:xfrm>
                <a:off x="297939" y="214513"/>
                <a:ext cx="106204" cy="106204"/>
                <a:chOff x="-833062" y="1011550"/>
                <a:chExt cx="157200" cy="157200"/>
              </a:xfrm>
            </p:grpSpPr>
            <p:cxnSp>
              <p:nvCxnSpPr>
                <p:cNvPr id="346" name="Google Shape;346;p29"/>
                <p:cNvCxnSpPr/>
                <p:nvPr/>
              </p:nvCxnSpPr>
              <p:spPr>
                <a:xfrm>
                  <a:off x="-833062" y="1011550"/>
                  <a:ext cx="157200" cy="157200"/>
                </a:xfrm>
                <a:prstGeom prst="straightConnector1">
                  <a:avLst/>
                </a:prstGeom>
                <a:noFill/>
                <a:ln cap="flat" cmpd="sng" w="9525">
                  <a:solidFill>
                    <a:schemeClr val="dk2"/>
                  </a:solidFill>
                  <a:prstDash val="solid"/>
                  <a:round/>
                  <a:headEnd len="med" w="med" type="none"/>
                  <a:tailEnd len="med" w="med" type="none"/>
                </a:ln>
              </p:spPr>
            </p:cxnSp>
            <p:cxnSp>
              <p:nvCxnSpPr>
                <p:cNvPr id="347" name="Google Shape;347;p29"/>
                <p:cNvCxnSpPr/>
                <p:nvPr/>
              </p:nvCxnSpPr>
              <p:spPr>
                <a:xfrm flipH="1">
                  <a:off x="-833062" y="1011550"/>
                  <a:ext cx="157200" cy="157200"/>
                </a:xfrm>
                <a:prstGeom prst="straightConnector1">
                  <a:avLst/>
                </a:prstGeom>
                <a:noFill/>
                <a:ln cap="flat" cmpd="sng" w="9525">
                  <a:solidFill>
                    <a:schemeClr val="dk2"/>
                  </a:solidFill>
                  <a:prstDash val="solid"/>
                  <a:round/>
                  <a:headEnd len="med" w="med" type="none"/>
                  <a:tailEnd len="med" w="med" type="none"/>
                </a:ln>
              </p:spPr>
            </p:cxnSp>
          </p:gr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48" name="Shape 348"/>
        <p:cNvGrpSpPr/>
        <p:nvPr/>
      </p:nvGrpSpPr>
      <p:grpSpPr>
        <a:xfrm>
          <a:off x="0" y="0"/>
          <a:ext cx="0" cy="0"/>
          <a:chOff x="0" y="0"/>
          <a:chExt cx="0" cy="0"/>
        </a:xfrm>
      </p:grpSpPr>
      <p:grpSp>
        <p:nvGrpSpPr>
          <p:cNvPr id="349" name="Google Shape;349;p30"/>
          <p:cNvGrpSpPr/>
          <p:nvPr/>
        </p:nvGrpSpPr>
        <p:grpSpPr>
          <a:xfrm>
            <a:off x="-75" y="115541"/>
            <a:ext cx="9143954" cy="5027871"/>
            <a:chOff x="-28500" y="4598738"/>
            <a:chExt cx="9201000" cy="5027871"/>
          </a:xfrm>
        </p:grpSpPr>
        <p:sp>
          <p:nvSpPr>
            <p:cNvPr id="350" name="Google Shape;350;p30"/>
            <p:cNvSpPr/>
            <p:nvPr/>
          </p:nvSpPr>
          <p:spPr>
            <a:xfrm>
              <a:off x="101814" y="4598738"/>
              <a:ext cx="930900" cy="4404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51" name="Google Shape;351;p30"/>
            <p:cNvSpPr/>
            <p:nvPr/>
          </p:nvSpPr>
          <p:spPr>
            <a:xfrm>
              <a:off x="-28500" y="4876409"/>
              <a:ext cx="9201000" cy="4750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nvGrpSpPr>
          <p:cNvPr id="352" name="Google Shape;352;p30"/>
          <p:cNvGrpSpPr/>
          <p:nvPr/>
        </p:nvGrpSpPr>
        <p:grpSpPr>
          <a:xfrm>
            <a:off x="8374504" y="123850"/>
            <a:ext cx="550875" cy="139200"/>
            <a:chOff x="216625" y="192200"/>
            <a:chExt cx="550875" cy="139200"/>
          </a:xfrm>
        </p:grpSpPr>
        <p:sp>
          <p:nvSpPr>
            <p:cNvPr id="353" name="Google Shape;353;p30"/>
            <p:cNvSpPr/>
            <p:nvPr/>
          </p:nvSpPr>
          <p:spPr>
            <a:xfrm>
              <a:off x="216625" y="192200"/>
              <a:ext cx="139200" cy="139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54" name="Google Shape;354;p30"/>
            <p:cNvSpPr/>
            <p:nvPr/>
          </p:nvSpPr>
          <p:spPr>
            <a:xfrm>
              <a:off x="422463" y="192200"/>
              <a:ext cx="139200" cy="13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55" name="Google Shape;355;p30"/>
            <p:cNvSpPr/>
            <p:nvPr/>
          </p:nvSpPr>
          <p:spPr>
            <a:xfrm>
              <a:off x="628300" y="192200"/>
              <a:ext cx="139200" cy="139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Oxanium Medium"/>
              <a:buNone/>
              <a:defRPr sz="3500">
                <a:solidFill>
                  <a:schemeClr val="dk1"/>
                </a:solidFill>
                <a:latin typeface="Oxanium Medium"/>
                <a:ea typeface="Oxanium Medium"/>
                <a:cs typeface="Oxanium Medium"/>
                <a:sym typeface="Oxanium Medium"/>
              </a:defRPr>
            </a:lvl1pPr>
            <a:lvl2pPr lvl="1" rtl="0">
              <a:spcBef>
                <a:spcPts val="0"/>
              </a:spcBef>
              <a:spcAft>
                <a:spcPts val="0"/>
              </a:spcAft>
              <a:buClr>
                <a:schemeClr val="dk1"/>
              </a:buClr>
              <a:buSzPts val="3500"/>
              <a:buFont typeface="Oxanium Medium"/>
              <a:buNone/>
              <a:defRPr sz="3500">
                <a:solidFill>
                  <a:schemeClr val="dk1"/>
                </a:solidFill>
                <a:latin typeface="Oxanium Medium"/>
                <a:ea typeface="Oxanium Medium"/>
                <a:cs typeface="Oxanium Medium"/>
                <a:sym typeface="Oxanium Medium"/>
              </a:defRPr>
            </a:lvl2pPr>
            <a:lvl3pPr lvl="2" rtl="0">
              <a:spcBef>
                <a:spcPts val="0"/>
              </a:spcBef>
              <a:spcAft>
                <a:spcPts val="0"/>
              </a:spcAft>
              <a:buClr>
                <a:schemeClr val="dk1"/>
              </a:buClr>
              <a:buSzPts val="3500"/>
              <a:buFont typeface="Oxanium Medium"/>
              <a:buNone/>
              <a:defRPr sz="3500">
                <a:solidFill>
                  <a:schemeClr val="dk1"/>
                </a:solidFill>
                <a:latin typeface="Oxanium Medium"/>
                <a:ea typeface="Oxanium Medium"/>
                <a:cs typeface="Oxanium Medium"/>
                <a:sym typeface="Oxanium Medium"/>
              </a:defRPr>
            </a:lvl3pPr>
            <a:lvl4pPr lvl="3" rtl="0">
              <a:spcBef>
                <a:spcPts val="0"/>
              </a:spcBef>
              <a:spcAft>
                <a:spcPts val="0"/>
              </a:spcAft>
              <a:buClr>
                <a:schemeClr val="dk1"/>
              </a:buClr>
              <a:buSzPts val="3500"/>
              <a:buFont typeface="Oxanium Medium"/>
              <a:buNone/>
              <a:defRPr sz="3500">
                <a:solidFill>
                  <a:schemeClr val="dk1"/>
                </a:solidFill>
                <a:latin typeface="Oxanium Medium"/>
                <a:ea typeface="Oxanium Medium"/>
                <a:cs typeface="Oxanium Medium"/>
                <a:sym typeface="Oxanium Medium"/>
              </a:defRPr>
            </a:lvl4pPr>
            <a:lvl5pPr lvl="4" rtl="0">
              <a:spcBef>
                <a:spcPts val="0"/>
              </a:spcBef>
              <a:spcAft>
                <a:spcPts val="0"/>
              </a:spcAft>
              <a:buClr>
                <a:schemeClr val="dk1"/>
              </a:buClr>
              <a:buSzPts val="3500"/>
              <a:buFont typeface="Oxanium Medium"/>
              <a:buNone/>
              <a:defRPr sz="3500">
                <a:solidFill>
                  <a:schemeClr val="dk1"/>
                </a:solidFill>
                <a:latin typeface="Oxanium Medium"/>
                <a:ea typeface="Oxanium Medium"/>
                <a:cs typeface="Oxanium Medium"/>
                <a:sym typeface="Oxanium Medium"/>
              </a:defRPr>
            </a:lvl5pPr>
            <a:lvl6pPr lvl="5" rtl="0">
              <a:spcBef>
                <a:spcPts val="0"/>
              </a:spcBef>
              <a:spcAft>
                <a:spcPts val="0"/>
              </a:spcAft>
              <a:buClr>
                <a:schemeClr val="dk1"/>
              </a:buClr>
              <a:buSzPts val="3500"/>
              <a:buFont typeface="Oxanium Medium"/>
              <a:buNone/>
              <a:defRPr sz="3500">
                <a:solidFill>
                  <a:schemeClr val="dk1"/>
                </a:solidFill>
                <a:latin typeface="Oxanium Medium"/>
                <a:ea typeface="Oxanium Medium"/>
                <a:cs typeface="Oxanium Medium"/>
                <a:sym typeface="Oxanium Medium"/>
              </a:defRPr>
            </a:lvl6pPr>
            <a:lvl7pPr lvl="6" rtl="0">
              <a:spcBef>
                <a:spcPts val="0"/>
              </a:spcBef>
              <a:spcAft>
                <a:spcPts val="0"/>
              </a:spcAft>
              <a:buClr>
                <a:schemeClr val="dk1"/>
              </a:buClr>
              <a:buSzPts val="3500"/>
              <a:buFont typeface="Oxanium Medium"/>
              <a:buNone/>
              <a:defRPr sz="3500">
                <a:solidFill>
                  <a:schemeClr val="dk1"/>
                </a:solidFill>
                <a:latin typeface="Oxanium Medium"/>
                <a:ea typeface="Oxanium Medium"/>
                <a:cs typeface="Oxanium Medium"/>
                <a:sym typeface="Oxanium Medium"/>
              </a:defRPr>
            </a:lvl7pPr>
            <a:lvl8pPr lvl="7" rtl="0">
              <a:spcBef>
                <a:spcPts val="0"/>
              </a:spcBef>
              <a:spcAft>
                <a:spcPts val="0"/>
              </a:spcAft>
              <a:buClr>
                <a:schemeClr val="dk1"/>
              </a:buClr>
              <a:buSzPts val="3500"/>
              <a:buFont typeface="Oxanium Medium"/>
              <a:buNone/>
              <a:defRPr sz="3500">
                <a:solidFill>
                  <a:schemeClr val="dk1"/>
                </a:solidFill>
                <a:latin typeface="Oxanium Medium"/>
                <a:ea typeface="Oxanium Medium"/>
                <a:cs typeface="Oxanium Medium"/>
                <a:sym typeface="Oxanium Medium"/>
              </a:defRPr>
            </a:lvl8pPr>
            <a:lvl9pPr lvl="8" rtl="0">
              <a:spcBef>
                <a:spcPts val="0"/>
              </a:spcBef>
              <a:spcAft>
                <a:spcPts val="0"/>
              </a:spcAft>
              <a:buClr>
                <a:schemeClr val="dk1"/>
              </a:buClr>
              <a:buSzPts val="3500"/>
              <a:buFont typeface="Oxanium Medium"/>
              <a:buNone/>
              <a:defRPr sz="3500">
                <a:solidFill>
                  <a:schemeClr val="dk1"/>
                </a:solidFill>
                <a:latin typeface="Oxanium Medium"/>
                <a:ea typeface="Oxanium Medium"/>
                <a:cs typeface="Oxanium Medium"/>
                <a:sym typeface="Oxanium Medium"/>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indent="-317500" lvl="1" marL="9144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indent="-317500" lvl="2" marL="13716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indent="-317500" lvl="3" marL="18288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indent="-317500" lvl="4" marL="22860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indent="-317500" lvl="5" marL="27432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indent="-317500" lvl="6" marL="32004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indent="-317500" lvl="7" marL="3657600">
              <a:lnSpc>
                <a:spcPct val="100000"/>
              </a:lnSpc>
              <a:spcBef>
                <a:spcPts val="160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indent="-317500" lvl="8" marL="4114800">
              <a:lnSpc>
                <a:spcPct val="100000"/>
              </a:lnSpc>
              <a:spcBef>
                <a:spcPts val="1600"/>
              </a:spcBef>
              <a:spcAft>
                <a:spcPts val="1600"/>
              </a:spcAft>
              <a:buClr>
                <a:schemeClr val="dk1"/>
              </a:buClr>
              <a:buSzPts val="1400"/>
              <a:buFont typeface="Poppins"/>
              <a:buChar char="■"/>
              <a:defRPr>
                <a:solidFill>
                  <a:schemeClr val="dk1"/>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1"/>
          <p:cNvSpPr txBox="1"/>
          <p:nvPr>
            <p:ph type="ctrTitle"/>
          </p:nvPr>
        </p:nvSpPr>
        <p:spPr>
          <a:xfrm>
            <a:off x="713225" y="952025"/>
            <a:ext cx="6918300" cy="191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Scrapegoat</a:t>
            </a:r>
            <a:endParaRPr/>
          </a:p>
        </p:txBody>
      </p:sp>
      <p:sp>
        <p:nvSpPr>
          <p:cNvPr id="361" name="Google Shape;361;p31"/>
          <p:cNvSpPr txBox="1"/>
          <p:nvPr>
            <p:ph idx="1" type="subTitle"/>
          </p:nvPr>
        </p:nvSpPr>
        <p:spPr>
          <a:xfrm>
            <a:off x="713225" y="3775850"/>
            <a:ext cx="4701600" cy="44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Stop Coding, Start Herding</a:t>
            </a:r>
            <a:endParaRPr/>
          </a:p>
        </p:txBody>
      </p:sp>
      <p:sp>
        <p:nvSpPr>
          <p:cNvPr id="362" name="Google Shape;362;p31"/>
          <p:cNvSpPr/>
          <p:nvPr/>
        </p:nvSpPr>
        <p:spPr>
          <a:xfrm>
            <a:off x="6265550" y="3704075"/>
            <a:ext cx="1473000" cy="5178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Poppins"/>
                <a:ea typeface="Poppins"/>
                <a:cs typeface="Poppins"/>
                <a:sym typeface="Poppins"/>
              </a:rPr>
              <a:t>Herd!</a:t>
            </a:r>
            <a:endParaRPr>
              <a:latin typeface="Poppins"/>
              <a:ea typeface="Poppins"/>
              <a:cs typeface="Poppins"/>
              <a:sym typeface="Poppins"/>
            </a:endParaRPr>
          </a:p>
        </p:txBody>
      </p:sp>
      <p:sp>
        <p:nvSpPr>
          <p:cNvPr id="363" name="Google Shape;363;p31">
            <a:hlinkClick action="ppaction://hlinkshowjump?jump=nextslide"/>
          </p:cNvPr>
          <p:cNvSpPr/>
          <p:nvPr/>
        </p:nvSpPr>
        <p:spPr>
          <a:xfrm>
            <a:off x="7893475" y="3704075"/>
            <a:ext cx="537300" cy="5178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cxnSp>
        <p:nvCxnSpPr>
          <p:cNvPr id="364" name="Google Shape;364;p31"/>
          <p:cNvCxnSpPr/>
          <p:nvPr/>
        </p:nvCxnSpPr>
        <p:spPr>
          <a:xfrm>
            <a:off x="7983475" y="3964200"/>
            <a:ext cx="357300" cy="0"/>
          </a:xfrm>
          <a:prstGeom prst="straightConnector1">
            <a:avLst/>
          </a:prstGeom>
          <a:noFill/>
          <a:ln cap="flat" cmpd="sng" w="9525">
            <a:solidFill>
              <a:schemeClr val="dk1"/>
            </a:solidFill>
            <a:prstDash val="solid"/>
            <a:round/>
            <a:headEnd len="med" w="med" type="none"/>
            <a:tailEnd len="med" w="med" type="triangle"/>
          </a:ln>
        </p:spPr>
      </p:cxnSp>
      <p:grpSp>
        <p:nvGrpSpPr>
          <p:cNvPr id="365" name="Google Shape;365;p31"/>
          <p:cNvGrpSpPr/>
          <p:nvPr/>
        </p:nvGrpSpPr>
        <p:grpSpPr>
          <a:xfrm>
            <a:off x="2999142" y="1831680"/>
            <a:ext cx="384055" cy="358453"/>
            <a:chOff x="5246797" y="1981426"/>
            <a:chExt cx="354752" cy="336512"/>
          </a:xfrm>
        </p:grpSpPr>
        <p:sp>
          <p:nvSpPr>
            <p:cNvPr id="366" name="Google Shape;366;p31"/>
            <p:cNvSpPr/>
            <p:nvPr/>
          </p:nvSpPr>
          <p:spPr>
            <a:xfrm>
              <a:off x="5246797" y="1981426"/>
              <a:ext cx="354752" cy="336512"/>
            </a:xfrm>
            <a:custGeom>
              <a:rect b="b" l="l" r="r" t="t"/>
              <a:pathLst>
                <a:path extrusionOk="0" h="10516" w="11086">
                  <a:moveTo>
                    <a:pt x="3239" y="312"/>
                  </a:moveTo>
                  <a:cubicBezTo>
                    <a:pt x="3352" y="312"/>
                    <a:pt x="3467" y="328"/>
                    <a:pt x="3584" y="359"/>
                  </a:cubicBezTo>
                  <a:cubicBezTo>
                    <a:pt x="4120" y="490"/>
                    <a:pt x="4322" y="955"/>
                    <a:pt x="4275" y="1324"/>
                  </a:cubicBezTo>
                  <a:cubicBezTo>
                    <a:pt x="4215" y="1776"/>
                    <a:pt x="3906" y="1979"/>
                    <a:pt x="3584" y="2038"/>
                  </a:cubicBezTo>
                  <a:lnTo>
                    <a:pt x="3679" y="1955"/>
                  </a:lnTo>
                  <a:cubicBezTo>
                    <a:pt x="3799" y="1824"/>
                    <a:pt x="3846" y="1633"/>
                    <a:pt x="3810" y="1443"/>
                  </a:cubicBezTo>
                  <a:cubicBezTo>
                    <a:pt x="3787" y="1193"/>
                    <a:pt x="3572" y="1014"/>
                    <a:pt x="3310" y="990"/>
                  </a:cubicBezTo>
                  <a:lnTo>
                    <a:pt x="3263" y="990"/>
                  </a:lnTo>
                  <a:cubicBezTo>
                    <a:pt x="3013" y="990"/>
                    <a:pt x="2798" y="1133"/>
                    <a:pt x="2679" y="1383"/>
                  </a:cubicBezTo>
                  <a:cubicBezTo>
                    <a:pt x="2620" y="1383"/>
                    <a:pt x="2560" y="1383"/>
                    <a:pt x="2477" y="1371"/>
                  </a:cubicBezTo>
                  <a:cubicBezTo>
                    <a:pt x="2275" y="1324"/>
                    <a:pt x="2120" y="1252"/>
                    <a:pt x="1977" y="1097"/>
                  </a:cubicBezTo>
                  <a:cubicBezTo>
                    <a:pt x="2060" y="1002"/>
                    <a:pt x="2179" y="836"/>
                    <a:pt x="2358" y="669"/>
                  </a:cubicBezTo>
                  <a:cubicBezTo>
                    <a:pt x="2629" y="433"/>
                    <a:pt x="2926" y="312"/>
                    <a:pt x="3239" y="312"/>
                  </a:cubicBezTo>
                  <a:close/>
                  <a:moveTo>
                    <a:pt x="4549" y="9837"/>
                  </a:moveTo>
                  <a:lnTo>
                    <a:pt x="4870" y="9944"/>
                  </a:lnTo>
                  <a:lnTo>
                    <a:pt x="4858" y="10182"/>
                  </a:lnTo>
                  <a:lnTo>
                    <a:pt x="4394" y="10182"/>
                  </a:lnTo>
                  <a:lnTo>
                    <a:pt x="4549" y="9837"/>
                  </a:lnTo>
                  <a:close/>
                  <a:moveTo>
                    <a:pt x="10025" y="9837"/>
                  </a:moveTo>
                  <a:lnTo>
                    <a:pt x="10383" y="9956"/>
                  </a:lnTo>
                  <a:lnTo>
                    <a:pt x="10347" y="10182"/>
                  </a:lnTo>
                  <a:lnTo>
                    <a:pt x="9871" y="10182"/>
                  </a:lnTo>
                  <a:lnTo>
                    <a:pt x="10025" y="9837"/>
                  </a:lnTo>
                  <a:close/>
                  <a:moveTo>
                    <a:pt x="3258" y="0"/>
                  </a:moveTo>
                  <a:cubicBezTo>
                    <a:pt x="2856" y="0"/>
                    <a:pt x="2470" y="146"/>
                    <a:pt x="2132" y="431"/>
                  </a:cubicBezTo>
                  <a:cubicBezTo>
                    <a:pt x="1846" y="669"/>
                    <a:pt x="1691" y="943"/>
                    <a:pt x="1643" y="1026"/>
                  </a:cubicBezTo>
                  <a:cubicBezTo>
                    <a:pt x="691" y="1836"/>
                    <a:pt x="60" y="2848"/>
                    <a:pt x="36" y="2895"/>
                  </a:cubicBezTo>
                  <a:cubicBezTo>
                    <a:pt x="0" y="2931"/>
                    <a:pt x="0" y="2979"/>
                    <a:pt x="24" y="3026"/>
                  </a:cubicBezTo>
                  <a:lnTo>
                    <a:pt x="119" y="3324"/>
                  </a:lnTo>
                  <a:cubicBezTo>
                    <a:pt x="203" y="3526"/>
                    <a:pt x="393" y="3669"/>
                    <a:pt x="596" y="3669"/>
                  </a:cubicBezTo>
                  <a:cubicBezTo>
                    <a:pt x="631" y="3669"/>
                    <a:pt x="679" y="3669"/>
                    <a:pt x="703" y="3645"/>
                  </a:cubicBezTo>
                  <a:cubicBezTo>
                    <a:pt x="953" y="3598"/>
                    <a:pt x="1191" y="3586"/>
                    <a:pt x="1417" y="3574"/>
                  </a:cubicBezTo>
                  <a:cubicBezTo>
                    <a:pt x="1703" y="3562"/>
                    <a:pt x="1989" y="3538"/>
                    <a:pt x="2239" y="3443"/>
                  </a:cubicBezTo>
                  <a:cubicBezTo>
                    <a:pt x="2322" y="3622"/>
                    <a:pt x="2405" y="3884"/>
                    <a:pt x="2489" y="4217"/>
                  </a:cubicBezTo>
                  <a:cubicBezTo>
                    <a:pt x="2727" y="5062"/>
                    <a:pt x="3037" y="6217"/>
                    <a:pt x="4072" y="6741"/>
                  </a:cubicBezTo>
                  <a:lnTo>
                    <a:pt x="4370" y="7979"/>
                  </a:lnTo>
                  <a:lnTo>
                    <a:pt x="4370" y="9456"/>
                  </a:lnTo>
                  <a:lnTo>
                    <a:pt x="4013" y="10289"/>
                  </a:lnTo>
                  <a:cubicBezTo>
                    <a:pt x="3989" y="10337"/>
                    <a:pt x="3989" y="10384"/>
                    <a:pt x="4025" y="10432"/>
                  </a:cubicBezTo>
                  <a:cubicBezTo>
                    <a:pt x="4049" y="10480"/>
                    <a:pt x="4096" y="10515"/>
                    <a:pt x="4156" y="10515"/>
                  </a:cubicBezTo>
                  <a:lnTo>
                    <a:pt x="5025" y="10515"/>
                  </a:lnTo>
                  <a:cubicBezTo>
                    <a:pt x="5108" y="10515"/>
                    <a:pt x="5168" y="10456"/>
                    <a:pt x="5180" y="10360"/>
                  </a:cubicBezTo>
                  <a:lnTo>
                    <a:pt x="5382" y="7134"/>
                  </a:lnTo>
                  <a:cubicBezTo>
                    <a:pt x="5465" y="7134"/>
                    <a:pt x="5561" y="7146"/>
                    <a:pt x="5644" y="7146"/>
                  </a:cubicBezTo>
                  <a:cubicBezTo>
                    <a:pt x="5739" y="7146"/>
                    <a:pt x="5811" y="7074"/>
                    <a:pt x="5811" y="7003"/>
                  </a:cubicBezTo>
                  <a:cubicBezTo>
                    <a:pt x="5811" y="6908"/>
                    <a:pt x="5751" y="6836"/>
                    <a:pt x="5656" y="6836"/>
                  </a:cubicBezTo>
                  <a:cubicBezTo>
                    <a:pt x="5573" y="6836"/>
                    <a:pt x="5477" y="6812"/>
                    <a:pt x="5406" y="6812"/>
                  </a:cubicBezTo>
                  <a:lnTo>
                    <a:pt x="5418" y="6551"/>
                  </a:lnTo>
                  <a:cubicBezTo>
                    <a:pt x="5418" y="6455"/>
                    <a:pt x="5358" y="6384"/>
                    <a:pt x="5275" y="6384"/>
                  </a:cubicBezTo>
                  <a:cubicBezTo>
                    <a:pt x="5180" y="6384"/>
                    <a:pt x="5108" y="6443"/>
                    <a:pt x="5108" y="6539"/>
                  </a:cubicBezTo>
                  <a:lnTo>
                    <a:pt x="4918" y="9646"/>
                  </a:lnTo>
                  <a:lnTo>
                    <a:pt x="4691" y="9575"/>
                  </a:lnTo>
                  <a:cubicBezTo>
                    <a:pt x="4703" y="9551"/>
                    <a:pt x="4703" y="9527"/>
                    <a:pt x="4703" y="9515"/>
                  </a:cubicBezTo>
                  <a:lnTo>
                    <a:pt x="4703" y="7991"/>
                  </a:lnTo>
                  <a:lnTo>
                    <a:pt x="4703" y="7944"/>
                  </a:lnTo>
                  <a:lnTo>
                    <a:pt x="4394" y="6622"/>
                  </a:lnTo>
                  <a:cubicBezTo>
                    <a:pt x="4382" y="6574"/>
                    <a:pt x="4346" y="6539"/>
                    <a:pt x="4310" y="6515"/>
                  </a:cubicBezTo>
                  <a:cubicBezTo>
                    <a:pt x="3370" y="6086"/>
                    <a:pt x="3072" y="5027"/>
                    <a:pt x="2846" y="4169"/>
                  </a:cubicBezTo>
                  <a:cubicBezTo>
                    <a:pt x="2763" y="3836"/>
                    <a:pt x="2667" y="3538"/>
                    <a:pt x="2560" y="3336"/>
                  </a:cubicBezTo>
                  <a:cubicBezTo>
                    <a:pt x="2667" y="3264"/>
                    <a:pt x="2775" y="3157"/>
                    <a:pt x="2858" y="3026"/>
                  </a:cubicBezTo>
                  <a:cubicBezTo>
                    <a:pt x="2906" y="2943"/>
                    <a:pt x="2894" y="2848"/>
                    <a:pt x="2822" y="2800"/>
                  </a:cubicBezTo>
                  <a:cubicBezTo>
                    <a:pt x="2790" y="2782"/>
                    <a:pt x="2756" y="2772"/>
                    <a:pt x="2724" y="2772"/>
                  </a:cubicBezTo>
                  <a:cubicBezTo>
                    <a:pt x="2673" y="2772"/>
                    <a:pt x="2625" y="2796"/>
                    <a:pt x="2596" y="2848"/>
                  </a:cubicBezTo>
                  <a:cubicBezTo>
                    <a:pt x="2322" y="3241"/>
                    <a:pt x="1953" y="3264"/>
                    <a:pt x="1429" y="3300"/>
                  </a:cubicBezTo>
                  <a:cubicBezTo>
                    <a:pt x="1215" y="3324"/>
                    <a:pt x="953" y="3336"/>
                    <a:pt x="679" y="3395"/>
                  </a:cubicBezTo>
                  <a:cubicBezTo>
                    <a:pt x="667" y="3397"/>
                    <a:pt x="656" y="3398"/>
                    <a:pt x="645" y="3398"/>
                  </a:cubicBezTo>
                  <a:cubicBezTo>
                    <a:pt x="564" y="3398"/>
                    <a:pt x="496" y="3360"/>
                    <a:pt x="465" y="3276"/>
                  </a:cubicBezTo>
                  <a:lnTo>
                    <a:pt x="393" y="3050"/>
                  </a:lnTo>
                  <a:cubicBezTo>
                    <a:pt x="536" y="2824"/>
                    <a:pt x="1060" y="2050"/>
                    <a:pt x="1810" y="1419"/>
                  </a:cubicBezTo>
                  <a:cubicBezTo>
                    <a:pt x="2138" y="1715"/>
                    <a:pt x="2493" y="1774"/>
                    <a:pt x="2701" y="1774"/>
                  </a:cubicBezTo>
                  <a:cubicBezTo>
                    <a:pt x="2803" y="1774"/>
                    <a:pt x="2870" y="1760"/>
                    <a:pt x="2882" y="1752"/>
                  </a:cubicBezTo>
                  <a:cubicBezTo>
                    <a:pt x="2941" y="1740"/>
                    <a:pt x="2977" y="1705"/>
                    <a:pt x="3001" y="1657"/>
                  </a:cubicBezTo>
                  <a:cubicBezTo>
                    <a:pt x="3084" y="1371"/>
                    <a:pt x="3275" y="1371"/>
                    <a:pt x="3322" y="1371"/>
                  </a:cubicBezTo>
                  <a:cubicBezTo>
                    <a:pt x="3418" y="1383"/>
                    <a:pt x="3513" y="1431"/>
                    <a:pt x="3537" y="1550"/>
                  </a:cubicBezTo>
                  <a:cubicBezTo>
                    <a:pt x="3548" y="1657"/>
                    <a:pt x="3537" y="1728"/>
                    <a:pt x="3477" y="1800"/>
                  </a:cubicBezTo>
                  <a:cubicBezTo>
                    <a:pt x="3334" y="1955"/>
                    <a:pt x="3037" y="2002"/>
                    <a:pt x="2941" y="2002"/>
                  </a:cubicBezTo>
                  <a:cubicBezTo>
                    <a:pt x="2858" y="2002"/>
                    <a:pt x="2798" y="2038"/>
                    <a:pt x="2786" y="2098"/>
                  </a:cubicBezTo>
                  <a:cubicBezTo>
                    <a:pt x="2775" y="2157"/>
                    <a:pt x="2786" y="2229"/>
                    <a:pt x="2846" y="2276"/>
                  </a:cubicBezTo>
                  <a:cubicBezTo>
                    <a:pt x="2858" y="2300"/>
                    <a:pt x="3060" y="2443"/>
                    <a:pt x="3358" y="2443"/>
                  </a:cubicBezTo>
                  <a:lnTo>
                    <a:pt x="3394" y="2443"/>
                  </a:lnTo>
                  <a:cubicBezTo>
                    <a:pt x="3489" y="2443"/>
                    <a:pt x="3560" y="2443"/>
                    <a:pt x="3632" y="2431"/>
                  </a:cubicBezTo>
                  <a:cubicBezTo>
                    <a:pt x="3727" y="2705"/>
                    <a:pt x="3810" y="2979"/>
                    <a:pt x="4025" y="3098"/>
                  </a:cubicBezTo>
                  <a:cubicBezTo>
                    <a:pt x="4522" y="3413"/>
                    <a:pt x="5457" y="3460"/>
                    <a:pt x="6454" y="3460"/>
                  </a:cubicBezTo>
                  <a:cubicBezTo>
                    <a:pt x="6698" y="3460"/>
                    <a:pt x="6946" y="3457"/>
                    <a:pt x="7192" y="3455"/>
                  </a:cubicBezTo>
                  <a:cubicBezTo>
                    <a:pt x="7402" y="3452"/>
                    <a:pt x="7611" y="3450"/>
                    <a:pt x="7813" y="3450"/>
                  </a:cubicBezTo>
                  <a:cubicBezTo>
                    <a:pt x="8512" y="3450"/>
                    <a:pt x="9135" y="3475"/>
                    <a:pt x="9514" y="3586"/>
                  </a:cubicBezTo>
                  <a:cubicBezTo>
                    <a:pt x="10406" y="3884"/>
                    <a:pt x="10585" y="4491"/>
                    <a:pt x="10585" y="4955"/>
                  </a:cubicBezTo>
                  <a:cubicBezTo>
                    <a:pt x="10585" y="5265"/>
                    <a:pt x="10514" y="5538"/>
                    <a:pt x="10442" y="5800"/>
                  </a:cubicBezTo>
                  <a:cubicBezTo>
                    <a:pt x="10347" y="6146"/>
                    <a:pt x="10240" y="6503"/>
                    <a:pt x="10323" y="6920"/>
                  </a:cubicBezTo>
                  <a:cubicBezTo>
                    <a:pt x="10395" y="7324"/>
                    <a:pt x="10657" y="7670"/>
                    <a:pt x="10764" y="7801"/>
                  </a:cubicBezTo>
                  <a:lnTo>
                    <a:pt x="10478" y="9670"/>
                  </a:lnTo>
                  <a:lnTo>
                    <a:pt x="10204" y="9587"/>
                  </a:lnTo>
                  <a:cubicBezTo>
                    <a:pt x="10204" y="9575"/>
                    <a:pt x="10216" y="9551"/>
                    <a:pt x="10216" y="9539"/>
                  </a:cubicBezTo>
                  <a:lnTo>
                    <a:pt x="10430" y="7872"/>
                  </a:lnTo>
                  <a:cubicBezTo>
                    <a:pt x="10454" y="7813"/>
                    <a:pt x="10418" y="7753"/>
                    <a:pt x="10359" y="7705"/>
                  </a:cubicBezTo>
                  <a:cubicBezTo>
                    <a:pt x="9216" y="6967"/>
                    <a:pt x="8811" y="6253"/>
                    <a:pt x="8692" y="5979"/>
                  </a:cubicBezTo>
                  <a:cubicBezTo>
                    <a:pt x="8674" y="5924"/>
                    <a:pt x="8607" y="5884"/>
                    <a:pt x="8544" y="5884"/>
                  </a:cubicBezTo>
                  <a:cubicBezTo>
                    <a:pt x="8525" y="5884"/>
                    <a:pt x="8506" y="5887"/>
                    <a:pt x="8490" y="5896"/>
                  </a:cubicBezTo>
                  <a:cubicBezTo>
                    <a:pt x="8406" y="5919"/>
                    <a:pt x="8371" y="6027"/>
                    <a:pt x="8394" y="6098"/>
                  </a:cubicBezTo>
                  <a:lnTo>
                    <a:pt x="8501" y="6312"/>
                  </a:lnTo>
                  <a:cubicBezTo>
                    <a:pt x="8168" y="6431"/>
                    <a:pt x="7239" y="6753"/>
                    <a:pt x="6346" y="6812"/>
                  </a:cubicBezTo>
                  <a:cubicBezTo>
                    <a:pt x="6251" y="6812"/>
                    <a:pt x="6180" y="6896"/>
                    <a:pt x="6192" y="6979"/>
                  </a:cubicBezTo>
                  <a:cubicBezTo>
                    <a:pt x="6192" y="7074"/>
                    <a:pt x="6263" y="7134"/>
                    <a:pt x="6358" y="7134"/>
                  </a:cubicBezTo>
                  <a:lnTo>
                    <a:pt x="6370" y="7134"/>
                  </a:lnTo>
                  <a:cubicBezTo>
                    <a:pt x="7382" y="7074"/>
                    <a:pt x="8430" y="6681"/>
                    <a:pt x="8692" y="6574"/>
                  </a:cubicBezTo>
                  <a:cubicBezTo>
                    <a:pt x="8942" y="6932"/>
                    <a:pt x="9383" y="7408"/>
                    <a:pt x="10109" y="7908"/>
                  </a:cubicBezTo>
                  <a:lnTo>
                    <a:pt x="9895" y="9432"/>
                  </a:lnTo>
                  <a:lnTo>
                    <a:pt x="9525" y="10289"/>
                  </a:lnTo>
                  <a:cubicBezTo>
                    <a:pt x="9514" y="10325"/>
                    <a:pt x="9514" y="10384"/>
                    <a:pt x="9537" y="10432"/>
                  </a:cubicBezTo>
                  <a:cubicBezTo>
                    <a:pt x="9573" y="10480"/>
                    <a:pt x="9621" y="10503"/>
                    <a:pt x="9680" y="10503"/>
                  </a:cubicBezTo>
                  <a:lnTo>
                    <a:pt x="10537" y="10503"/>
                  </a:lnTo>
                  <a:cubicBezTo>
                    <a:pt x="10609" y="10503"/>
                    <a:pt x="10692" y="10444"/>
                    <a:pt x="10704" y="10372"/>
                  </a:cubicBezTo>
                  <a:lnTo>
                    <a:pt x="11085" y="7741"/>
                  </a:lnTo>
                  <a:cubicBezTo>
                    <a:pt x="11049" y="7682"/>
                    <a:pt x="11026" y="7634"/>
                    <a:pt x="10990" y="7610"/>
                  </a:cubicBezTo>
                  <a:cubicBezTo>
                    <a:pt x="10990" y="7610"/>
                    <a:pt x="10645" y="7241"/>
                    <a:pt x="10573" y="6824"/>
                  </a:cubicBezTo>
                  <a:cubicBezTo>
                    <a:pt x="10514" y="6479"/>
                    <a:pt x="10585" y="6181"/>
                    <a:pt x="10680" y="5848"/>
                  </a:cubicBezTo>
                  <a:cubicBezTo>
                    <a:pt x="10752" y="5574"/>
                    <a:pt x="10835" y="5277"/>
                    <a:pt x="10835" y="4919"/>
                  </a:cubicBezTo>
                  <a:cubicBezTo>
                    <a:pt x="10835" y="4110"/>
                    <a:pt x="10383" y="3514"/>
                    <a:pt x="9537" y="3252"/>
                  </a:cubicBezTo>
                  <a:cubicBezTo>
                    <a:pt x="9075" y="3095"/>
                    <a:pt x="8298" y="3086"/>
                    <a:pt x="7459" y="3086"/>
                  </a:cubicBezTo>
                  <a:cubicBezTo>
                    <a:pt x="7347" y="3086"/>
                    <a:pt x="7234" y="3086"/>
                    <a:pt x="7120" y="3086"/>
                  </a:cubicBezTo>
                  <a:cubicBezTo>
                    <a:pt x="6906" y="3088"/>
                    <a:pt x="6687" y="3090"/>
                    <a:pt x="6469" y="3090"/>
                  </a:cubicBezTo>
                  <a:cubicBezTo>
                    <a:pt x="5513" y="3090"/>
                    <a:pt x="4578" y="3048"/>
                    <a:pt x="4132" y="2776"/>
                  </a:cubicBezTo>
                  <a:cubicBezTo>
                    <a:pt x="4025" y="2717"/>
                    <a:pt x="3953" y="2490"/>
                    <a:pt x="3894" y="2276"/>
                  </a:cubicBezTo>
                  <a:cubicBezTo>
                    <a:pt x="4310" y="2098"/>
                    <a:pt x="4549" y="1740"/>
                    <a:pt x="4584" y="1371"/>
                  </a:cubicBezTo>
                  <a:cubicBezTo>
                    <a:pt x="4620" y="1086"/>
                    <a:pt x="4561" y="800"/>
                    <a:pt x="4406" y="562"/>
                  </a:cubicBezTo>
                  <a:cubicBezTo>
                    <a:pt x="4251" y="312"/>
                    <a:pt x="3989" y="133"/>
                    <a:pt x="3668" y="50"/>
                  </a:cubicBezTo>
                  <a:cubicBezTo>
                    <a:pt x="3530" y="17"/>
                    <a:pt x="3393" y="0"/>
                    <a:pt x="325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1"/>
            <p:cNvSpPr/>
            <p:nvPr/>
          </p:nvSpPr>
          <p:spPr>
            <a:xfrm>
              <a:off x="5295565" y="2044338"/>
              <a:ext cx="10304" cy="10688"/>
            </a:xfrm>
            <a:custGeom>
              <a:rect b="b" l="l" r="r" t="t"/>
              <a:pathLst>
                <a:path extrusionOk="0" h="334" w="322">
                  <a:moveTo>
                    <a:pt x="167" y="1"/>
                  </a:moveTo>
                  <a:cubicBezTo>
                    <a:pt x="72" y="1"/>
                    <a:pt x="0" y="72"/>
                    <a:pt x="0" y="167"/>
                  </a:cubicBezTo>
                  <a:cubicBezTo>
                    <a:pt x="0" y="251"/>
                    <a:pt x="72" y="334"/>
                    <a:pt x="167" y="334"/>
                  </a:cubicBezTo>
                  <a:cubicBezTo>
                    <a:pt x="250" y="334"/>
                    <a:pt x="322" y="251"/>
                    <a:pt x="322" y="167"/>
                  </a:cubicBezTo>
                  <a:cubicBezTo>
                    <a:pt x="322" y="72"/>
                    <a:pt x="250" y="1"/>
                    <a:pt x="16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2"/>
          <p:cNvSpPr/>
          <p:nvPr/>
        </p:nvSpPr>
        <p:spPr>
          <a:xfrm flipH="1" rot="10800000">
            <a:off x="737500" y="0"/>
            <a:ext cx="1269000" cy="2358300"/>
          </a:xfrm>
          <a:prstGeom prst="round2SameRect">
            <a:avLst>
              <a:gd fmla="val 16667" name="adj1"/>
              <a:gd fmla="val 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73" name="Google Shape;373;p32"/>
          <p:cNvSpPr txBox="1"/>
          <p:nvPr>
            <p:ph type="title"/>
          </p:nvPr>
        </p:nvSpPr>
        <p:spPr>
          <a:xfrm>
            <a:off x="713225" y="3145075"/>
            <a:ext cx="6976200" cy="84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374" name="Google Shape;374;p32"/>
          <p:cNvSpPr txBox="1"/>
          <p:nvPr>
            <p:ph idx="2" type="title"/>
          </p:nvPr>
        </p:nvSpPr>
        <p:spPr>
          <a:xfrm>
            <a:off x="737500" y="1390175"/>
            <a:ext cx="1269000" cy="78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a:t>
            </a:r>
            <a:r>
              <a:rPr lang="en"/>
              <a:t>1</a:t>
            </a:r>
            <a:endParaRPr/>
          </a:p>
        </p:txBody>
      </p:sp>
      <p:sp>
        <p:nvSpPr>
          <p:cNvPr id="375" name="Google Shape;375;p32">
            <a:hlinkClick action="ppaction://hlinkshowjump?jump=nextslide"/>
          </p:cNvPr>
          <p:cNvSpPr/>
          <p:nvPr/>
        </p:nvSpPr>
        <p:spPr>
          <a:xfrm>
            <a:off x="7893475" y="539500"/>
            <a:ext cx="537300" cy="5178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cxnSp>
        <p:nvCxnSpPr>
          <p:cNvPr id="376" name="Google Shape;376;p32"/>
          <p:cNvCxnSpPr/>
          <p:nvPr/>
        </p:nvCxnSpPr>
        <p:spPr>
          <a:xfrm>
            <a:off x="7983475" y="799625"/>
            <a:ext cx="357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grpSp>
        <p:nvGrpSpPr>
          <p:cNvPr id="381" name="Google Shape;381;p33"/>
          <p:cNvGrpSpPr/>
          <p:nvPr/>
        </p:nvGrpSpPr>
        <p:grpSpPr>
          <a:xfrm>
            <a:off x="3479743" y="516340"/>
            <a:ext cx="5407313" cy="3931928"/>
            <a:chOff x="331763" y="414153"/>
            <a:chExt cx="6903246" cy="5019697"/>
          </a:xfrm>
        </p:grpSpPr>
        <p:sp>
          <p:nvSpPr>
            <p:cNvPr id="382" name="Google Shape;382;p33"/>
            <p:cNvSpPr/>
            <p:nvPr/>
          </p:nvSpPr>
          <p:spPr>
            <a:xfrm>
              <a:off x="2953125" y="4725150"/>
              <a:ext cx="1660725" cy="708700"/>
            </a:xfrm>
            <a:custGeom>
              <a:rect b="b" l="l" r="r" t="t"/>
              <a:pathLst>
                <a:path extrusionOk="0" h="28348" w="66429">
                  <a:moveTo>
                    <a:pt x="6889" y="1"/>
                  </a:moveTo>
                  <a:lnTo>
                    <a:pt x="1" y="28347"/>
                  </a:lnTo>
                  <a:lnTo>
                    <a:pt x="66429" y="28347"/>
                  </a:lnTo>
                  <a:lnTo>
                    <a:pt x="59475" y="1"/>
                  </a:lnTo>
                  <a:lnTo>
                    <a:pt x="33182" y="464"/>
                  </a:lnTo>
                  <a:lnTo>
                    <a:pt x="6889" y="1"/>
                  </a:lnTo>
                  <a:close/>
                </a:path>
              </a:pathLst>
            </a:custGeom>
            <a:solidFill>
              <a:schemeClr val="accent3"/>
            </a:solidFill>
            <a:ln>
              <a:noFill/>
            </a:ln>
          </p:spPr>
          <p:txBody>
            <a:bodyPr anchorCtr="0" anchor="ctr" bIns="113475" lIns="113475" spcFirstLastPara="1" rIns="113475" wrap="square" tIns="113475">
              <a:noAutofit/>
            </a:bodyPr>
            <a:lstStyle/>
            <a:p>
              <a:pPr indent="0" lvl="0" marL="0" rtl="0" algn="l">
                <a:spcBef>
                  <a:spcPts val="0"/>
                </a:spcBef>
                <a:spcAft>
                  <a:spcPts val="0"/>
                </a:spcAft>
                <a:buNone/>
              </a:pPr>
              <a:r>
                <a:t/>
              </a:r>
              <a:endParaRPr/>
            </a:p>
          </p:txBody>
        </p:sp>
        <p:sp>
          <p:nvSpPr>
            <p:cNvPr id="383" name="Google Shape;383;p33"/>
            <p:cNvSpPr/>
            <p:nvPr/>
          </p:nvSpPr>
          <p:spPr>
            <a:xfrm>
              <a:off x="331763" y="414153"/>
              <a:ext cx="6903246" cy="4353879"/>
            </a:xfrm>
            <a:custGeom>
              <a:rect b="b" l="l" r="r" t="t"/>
              <a:pathLst>
                <a:path extrusionOk="0" h="181204" w="248162">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accent3"/>
            </a:solidFill>
            <a:ln>
              <a:noFill/>
            </a:ln>
          </p:spPr>
          <p:txBody>
            <a:bodyPr anchorCtr="0" anchor="ctr" bIns="113475" lIns="113475" spcFirstLastPara="1" rIns="113475" wrap="square" tIns="113475">
              <a:noAutofit/>
            </a:bodyPr>
            <a:lstStyle/>
            <a:p>
              <a:pPr indent="0" lvl="0" marL="0" rtl="0" algn="l">
                <a:spcBef>
                  <a:spcPts val="0"/>
                </a:spcBef>
                <a:spcAft>
                  <a:spcPts val="0"/>
                </a:spcAft>
                <a:buNone/>
              </a:pPr>
              <a:r>
                <a:t/>
              </a:r>
              <a:endParaRPr/>
            </a:p>
          </p:txBody>
        </p:sp>
        <p:sp>
          <p:nvSpPr>
            <p:cNvPr id="384" name="Google Shape;384;p33"/>
            <p:cNvSpPr/>
            <p:nvPr/>
          </p:nvSpPr>
          <p:spPr>
            <a:xfrm>
              <a:off x="547300" y="600323"/>
              <a:ext cx="6472159" cy="3981525"/>
            </a:xfrm>
            <a:custGeom>
              <a:rect b="b" l="l" r="r" t="t"/>
              <a:pathLst>
                <a:path extrusionOk="0" h="165707" w="232665">
                  <a:moveTo>
                    <a:pt x="1" y="1"/>
                  </a:moveTo>
                  <a:lnTo>
                    <a:pt x="1" y="24307"/>
                  </a:lnTo>
                  <a:lnTo>
                    <a:pt x="1" y="165707"/>
                  </a:lnTo>
                  <a:lnTo>
                    <a:pt x="232665" y="165707"/>
                  </a:lnTo>
                  <a:lnTo>
                    <a:pt x="232665" y="121532"/>
                  </a:lnTo>
                  <a:lnTo>
                    <a:pt x="232665" y="1"/>
                  </a:lnTo>
                  <a:close/>
                </a:path>
              </a:pathLst>
            </a:custGeom>
            <a:solidFill>
              <a:schemeClr val="accent3"/>
            </a:solidFill>
            <a:ln>
              <a:noFill/>
            </a:ln>
          </p:spPr>
          <p:txBody>
            <a:bodyPr anchorCtr="0" anchor="ctr" bIns="113475" lIns="113475" spcFirstLastPara="1" rIns="113475" wrap="square" tIns="113475">
              <a:noAutofit/>
            </a:bodyPr>
            <a:lstStyle/>
            <a:p>
              <a:pPr indent="0" lvl="0" marL="0" rtl="0" algn="l">
                <a:spcBef>
                  <a:spcPts val="0"/>
                </a:spcBef>
                <a:spcAft>
                  <a:spcPts val="0"/>
                </a:spcAft>
                <a:buNone/>
              </a:pPr>
              <a:r>
                <a:t/>
              </a:r>
              <a:endParaRPr/>
            </a:p>
          </p:txBody>
        </p:sp>
        <p:sp>
          <p:nvSpPr>
            <p:cNvPr id="385" name="Google Shape;385;p33"/>
            <p:cNvSpPr/>
            <p:nvPr/>
          </p:nvSpPr>
          <p:spPr>
            <a:xfrm>
              <a:off x="2772650" y="5206975"/>
              <a:ext cx="2020025" cy="226875"/>
            </a:xfrm>
            <a:custGeom>
              <a:rect b="b" l="l" r="r" t="t"/>
              <a:pathLst>
                <a:path extrusionOk="0" h="9075" w="80801">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accent3"/>
            </a:solidFill>
            <a:ln>
              <a:noFill/>
            </a:ln>
          </p:spPr>
          <p:txBody>
            <a:bodyPr anchorCtr="0" anchor="ctr" bIns="113475" lIns="113475" spcFirstLastPara="1" rIns="113475" wrap="square" tIns="113475">
              <a:noAutofit/>
            </a:bodyPr>
            <a:lstStyle/>
            <a:p>
              <a:pPr indent="0" lvl="0" marL="0" rtl="0" algn="l">
                <a:spcBef>
                  <a:spcPts val="0"/>
                </a:spcBef>
                <a:spcAft>
                  <a:spcPts val="0"/>
                </a:spcAft>
                <a:buNone/>
              </a:pPr>
              <a:r>
                <a:t/>
              </a:r>
              <a:endParaRPr/>
            </a:p>
          </p:txBody>
        </p:sp>
      </p:grpSp>
      <p:pic>
        <p:nvPicPr>
          <p:cNvPr id="386" name="Google Shape;386;p33"/>
          <p:cNvPicPr preferRelativeResize="0"/>
          <p:nvPr/>
        </p:nvPicPr>
        <p:blipFill rotWithShape="1">
          <a:blip r:embed="rId3">
            <a:alphaModFix/>
          </a:blip>
          <a:srcRect b="0" l="3908" r="3899" t="0"/>
          <a:stretch/>
        </p:blipFill>
        <p:spPr>
          <a:xfrm>
            <a:off x="3624532" y="661651"/>
            <a:ext cx="5118208" cy="3121709"/>
          </a:xfrm>
          <a:prstGeom prst="rect">
            <a:avLst/>
          </a:prstGeom>
          <a:noFill/>
          <a:ln>
            <a:noFill/>
          </a:ln>
        </p:spPr>
      </p:pic>
      <p:sp>
        <p:nvSpPr>
          <p:cNvPr id="387" name="Google Shape;387;p33"/>
          <p:cNvSpPr txBox="1"/>
          <p:nvPr>
            <p:ph type="title"/>
          </p:nvPr>
        </p:nvSpPr>
        <p:spPr>
          <a:xfrm>
            <a:off x="357050" y="1486963"/>
            <a:ext cx="3122700" cy="1726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Scraping</a:t>
            </a:r>
            <a:endParaRPr/>
          </a:p>
          <a:p>
            <a:pPr indent="0" lvl="0" marL="0" rtl="0" algn="ctr">
              <a:spcBef>
                <a:spcPts val="0"/>
              </a:spcBef>
              <a:spcAft>
                <a:spcPts val="0"/>
              </a:spcAft>
              <a:buNone/>
            </a:pPr>
            <a:r>
              <a:rPr lang="en"/>
              <a:t>Is</a:t>
            </a:r>
            <a:endParaRPr/>
          </a:p>
          <a:p>
            <a:pPr indent="0" lvl="0" marL="0" rtl="0" algn="ctr">
              <a:spcBef>
                <a:spcPts val="0"/>
              </a:spcBef>
              <a:spcAft>
                <a:spcPts val="0"/>
              </a:spcAft>
              <a:buNone/>
            </a:pPr>
            <a:r>
              <a:rPr lang="en"/>
              <a:t>Hard</a:t>
            </a:r>
            <a:endParaRPr/>
          </a:p>
        </p:txBody>
      </p:sp>
      <p:pic>
        <p:nvPicPr>
          <p:cNvPr id="388" name="Google Shape;388;p33"/>
          <p:cNvPicPr preferRelativeResize="0"/>
          <p:nvPr/>
        </p:nvPicPr>
        <p:blipFill rotWithShape="1">
          <a:blip r:embed="rId4">
            <a:alphaModFix/>
          </a:blip>
          <a:srcRect b="5482" l="4083" r="4156" t="9519"/>
          <a:stretch/>
        </p:blipFill>
        <p:spPr>
          <a:xfrm>
            <a:off x="3624537" y="661641"/>
            <a:ext cx="5118215" cy="312171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grpSp>
        <p:nvGrpSpPr>
          <p:cNvPr id="393" name="Google Shape;393;p34"/>
          <p:cNvGrpSpPr/>
          <p:nvPr/>
        </p:nvGrpSpPr>
        <p:grpSpPr>
          <a:xfrm>
            <a:off x="3477449" y="526717"/>
            <a:ext cx="5278222" cy="3838060"/>
            <a:chOff x="331763" y="414153"/>
            <a:chExt cx="6903246" cy="5019697"/>
          </a:xfrm>
        </p:grpSpPr>
        <p:sp>
          <p:nvSpPr>
            <p:cNvPr id="394" name="Google Shape;394;p34"/>
            <p:cNvSpPr/>
            <p:nvPr/>
          </p:nvSpPr>
          <p:spPr>
            <a:xfrm>
              <a:off x="2953125" y="4725150"/>
              <a:ext cx="1660725" cy="708700"/>
            </a:xfrm>
            <a:custGeom>
              <a:rect b="b" l="l" r="r" t="t"/>
              <a:pathLst>
                <a:path extrusionOk="0" h="28348" w="66429">
                  <a:moveTo>
                    <a:pt x="6889" y="1"/>
                  </a:moveTo>
                  <a:lnTo>
                    <a:pt x="1" y="28347"/>
                  </a:lnTo>
                  <a:lnTo>
                    <a:pt x="66429" y="28347"/>
                  </a:lnTo>
                  <a:lnTo>
                    <a:pt x="59475" y="1"/>
                  </a:lnTo>
                  <a:lnTo>
                    <a:pt x="33182" y="464"/>
                  </a:lnTo>
                  <a:lnTo>
                    <a:pt x="6889" y="1"/>
                  </a:lnTo>
                  <a:close/>
                </a:path>
              </a:pathLst>
            </a:custGeom>
            <a:solidFill>
              <a:schemeClr val="accent3"/>
            </a:solidFill>
            <a:ln>
              <a:noFill/>
            </a:ln>
          </p:spPr>
          <p:txBody>
            <a:bodyPr anchorCtr="0" anchor="ctr" bIns="110750" lIns="110750" spcFirstLastPara="1" rIns="110750" wrap="square" tIns="110750">
              <a:noAutofit/>
            </a:bodyPr>
            <a:lstStyle/>
            <a:p>
              <a:pPr indent="0" lvl="0" marL="0" rtl="0" algn="l">
                <a:spcBef>
                  <a:spcPts val="0"/>
                </a:spcBef>
                <a:spcAft>
                  <a:spcPts val="0"/>
                </a:spcAft>
                <a:buNone/>
              </a:pPr>
              <a:r>
                <a:t/>
              </a:r>
              <a:endParaRPr/>
            </a:p>
          </p:txBody>
        </p:sp>
        <p:sp>
          <p:nvSpPr>
            <p:cNvPr id="395" name="Google Shape;395;p34"/>
            <p:cNvSpPr/>
            <p:nvPr/>
          </p:nvSpPr>
          <p:spPr>
            <a:xfrm>
              <a:off x="331763" y="414153"/>
              <a:ext cx="6903246" cy="4353879"/>
            </a:xfrm>
            <a:custGeom>
              <a:rect b="b" l="l" r="r" t="t"/>
              <a:pathLst>
                <a:path extrusionOk="0" h="181204" w="248162">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accent3"/>
            </a:solidFill>
            <a:ln>
              <a:noFill/>
            </a:ln>
          </p:spPr>
          <p:txBody>
            <a:bodyPr anchorCtr="0" anchor="ctr" bIns="110750" lIns="110750" spcFirstLastPara="1" rIns="110750" wrap="square" tIns="110750">
              <a:noAutofit/>
            </a:bodyPr>
            <a:lstStyle/>
            <a:p>
              <a:pPr indent="0" lvl="0" marL="0" rtl="0" algn="l">
                <a:spcBef>
                  <a:spcPts val="0"/>
                </a:spcBef>
                <a:spcAft>
                  <a:spcPts val="0"/>
                </a:spcAft>
                <a:buNone/>
              </a:pPr>
              <a:r>
                <a:t/>
              </a:r>
              <a:endParaRPr/>
            </a:p>
          </p:txBody>
        </p:sp>
        <p:sp>
          <p:nvSpPr>
            <p:cNvPr id="396" name="Google Shape;396;p34"/>
            <p:cNvSpPr/>
            <p:nvPr/>
          </p:nvSpPr>
          <p:spPr>
            <a:xfrm>
              <a:off x="547300" y="600323"/>
              <a:ext cx="6472159" cy="3981525"/>
            </a:xfrm>
            <a:custGeom>
              <a:rect b="b" l="l" r="r" t="t"/>
              <a:pathLst>
                <a:path extrusionOk="0" h="165707" w="232665">
                  <a:moveTo>
                    <a:pt x="1" y="1"/>
                  </a:moveTo>
                  <a:lnTo>
                    <a:pt x="1" y="24307"/>
                  </a:lnTo>
                  <a:lnTo>
                    <a:pt x="1" y="165707"/>
                  </a:lnTo>
                  <a:lnTo>
                    <a:pt x="232665" y="165707"/>
                  </a:lnTo>
                  <a:lnTo>
                    <a:pt x="232665" y="121532"/>
                  </a:lnTo>
                  <a:lnTo>
                    <a:pt x="232665" y="1"/>
                  </a:lnTo>
                  <a:close/>
                </a:path>
              </a:pathLst>
            </a:custGeom>
            <a:solidFill>
              <a:schemeClr val="accent3"/>
            </a:solidFill>
            <a:ln>
              <a:noFill/>
            </a:ln>
          </p:spPr>
          <p:txBody>
            <a:bodyPr anchorCtr="0" anchor="ctr" bIns="110750" lIns="110750" spcFirstLastPara="1" rIns="110750" wrap="square" tIns="110750">
              <a:noAutofit/>
            </a:bodyPr>
            <a:lstStyle/>
            <a:p>
              <a:pPr indent="0" lvl="0" marL="0" rtl="0" algn="l">
                <a:spcBef>
                  <a:spcPts val="0"/>
                </a:spcBef>
                <a:spcAft>
                  <a:spcPts val="0"/>
                </a:spcAft>
                <a:buNone/>
              </a:pPr>
              <a:r>
                <a:t/>
              </a:r>
              <a:endParaRPr/>
            </a:p>
          </p:txBody>
        </p:sp>
        <p:sp>
          <p:nvSpPr>
            <p:cNvPr id="397" name="Google Shape;397;p34"/>
            <p:cNvSpPr/>
            <p:nvPr/>
          </p:nvSpPr>
          <p:spPr>
            <a:xfrm>
              <a:off x="2772650" y="5206975"/>
              <a:ext cx="2020025" cy="226875"/>
            </a:xfrm>
            <a:custGeom>
              <a:rect b="b" l="l" r="r" t="t"/>
              <a:pathLst>
                <a:path extrusionOk="0" h="9075" w="80801">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accent3"/>
            </a:solidFill>
            <a:ln>
              <a:noFill/>
            </a:ln>
          </p:spPr>
          <p:txBody>
            <a:bodyPr anchorCtr="0" anchor="ctr" bIns="110750" lIns="110750" spcFirstLastPara="1" rIns="110750" wrap="square" tIns="110750">
              <a:noAutofit/>
            </a:bodyPr>
            <a:lstStyle/>
            <a:p>
              <a:pPr indent="0" lvl="0" marL="0" rtl="0" algn="l">
                <a:spcBef>
                  <a:spcPts val="0"/>
                </a:spcBef>
                <a:spcAft>
                  <a:spcPts val="0"/>
                </a:spcAft>
                <a:buNone/>
              </a:pPr>
              <a:r>
                <a:t/>
              </a:r>
              <a:endParaRPr/>
            </a:p>
          </p:txBody>
        </p:sp>
      </p:grpSp>
      <p:pic>
        <p:nvPicPr>
          <p:cNvPr id="398" name="Google Shape;398;p34"/>
          <p:cNvPicPr preferRelativeResize="0"/>
          <p:nvPr/>
        </p:nvPicPr>
        <p:blipFill rotWithShape="1">
          <a:blip r:embed="rId3">
            <a:alphaModFix/>
          </a:blip>
          <a:srcRect b="0" l="3908" r="3899" t="0"/>
          <a:stretch/>
        </p:blipFill>
        <p:spPr>
          <a:xfrm>
            <a:off x="3618741" y="668512"/>
            <a:ext cx="4995502" cy="3046869"/>
          </a:xfrm>
          <a:prstGeom prst="rect">
            <a:avLst/>
          </a:prstGeom>
          <a:noFill/>
          <a:ln>
            <a:noFill/>
          </a:ln>
        </p:spPr>
      </p:pic>
      <p:sp>
        <p:nvSpPr>
          <p:cNvPr id="399" name="Google Shape;399;p34"/>
          <p:cNvSpPr txBox="1"/>
          <p:nvPr>
            <p:ph type="title"/>
          </p:nvPr>
        </p:nvSpPr>
        <p:spPr>
          <a:xfrm>
            <a:off x="388338" y="1516875"/>
            <a:ext cx="3122700" cy="1726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Scraping</a:t>
            </a:r>
            <a:endParaRPr/>
          </a:p>
          <a:p>
            <a:pPr indent="0" lvl="0" marL="0" rtl="0" algn="ctr">
              <a:spcBef>
                <a:spcPts val="0"/>
              </a:spcBef>
              <a:spcAft>
                <a:spcPts val="0"/>
              </a:spcAft>
              <a:buNone/>
            </a:pPr>
            <a:r>
              <a:rPr lang="en"/>
              <a:t>Is</a:t>
            </a:r>
            <a:endParaRPr/>
          </a:p>
          <a:p>
            <a:pPr indent="0" lvl="0" marL="0" rtl="0" algn="ctr">
              <a:spcBef>
                <a:spcPts val="0"/>
              </a:spcBef>
              <a:spcAft>
                <a:spcPts val="0"/>
              </a:spcAft>
              <a:buNone/>
            </a:pPr>
            <a:r>
              <a:rPr lang="en"/>
              <a:t>Hard</a:t>
            </a:r>
            <a:endParaRPr/>
          </a:p>
        </p:txBody>
      </p:sp>
      <p:pic>
        <p:nvPicPr>
          <p:cNvPr id="400" name="Google Shape;400;p34"/>
          <p:cNvPicPr preferRelativeResize="0"/>
          <p:nvPr/>
        </p:nvPicPr>
        <p:blipFill>
          <a:blip r:embed="rId4">
            <a:alphaModFix/>
          </a:blip>
          <a:stretch>
            <a:fillRect/>
          </a:stretch>
        </p:blipFill>
        <p:spPr>
          <a:xfrm>
            <a:off x="3618746" y="668502"/>
            <a:ext cx="4995492" cy="304687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Problem</a:t>
            </a:r>
            <a:endParaRPr/>
          </a:p>
        </p:txBody>
      </p:sp>
      <p:sp>
        <p:nvSpPr>
          <p:cNvPr id="406" name="Google Shape;406;p35"/>
          <p:cNvSpPr txBox="1"/>
          <p:nvPr/>
        </p:nvSpPr>
        <p:spPr>
          <a:xfrm>
            <a:off x="855413" y="2636488"/>
            <a:ext cx="2173200" cy="5055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None/>
            </a:pPr>
            <a:r>
              <a:rPr lang="en" sz="2400">
                <a:solidFill>
                  <a:schemeClr val="dk1"/>
                </a:solidFill>
                <a:latin typeface="Oxanium Medium"/>
                <a:ea typeface="Oxanium Medium"/>
                <a:cs typeface="Oxanium Medium"/>
                <a:sym typeface="Oxanium Medium"/>
              </a:rPr>
              <a:t>Web Scraping</a:t>
            </a:r>
            <a:endParaRPr sz="2400">
              <a:solidFill>
                <a:schemeClr val="dk1"/>
              </a:solidFill>
              <a:latin typeface="Oxanium Medium"/>
              <a:ea typeface="Oxanium Medium"/>
              <a:cs typeface="Oxanium Medium"/>
              <a:sym typeface="Oxanium Medium"/>
            </a:endParaRPr>
          </a:p>
        </p:txBody>
      </p:sp>
      <p:sp>
        <p:nvSpPr>
          <p:cNvPr id="407" name="Google Shape;407;p35"/>
          <p:cNvSpPr txBox="1"/>
          <p:nvPr/>
        </p:nvSpPr>
        <p:spPr>
          <a:xfrm>
            <a:off x="3656996" y="1294325"/>
            <a:ext cx="2037900" cy="640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000">
                <a:solidFill>
                  <a:schemeClr val="dk1"/>
                </a:solidFill>
                <a:latin typeface="Oxanium Medium"/>
                <a:ea typeface="Oxanium Medium"/>
                <a:cs typeface="Oxanium Medium"/>
                <a:sym typeface="Oxanium Medium"/>
              </a:rPr>
              <a:t>Complexity</a:t>
            </a:r>
            <a:endParaRPr sz="2000">
              <a:solidFill>
                <a:schemeClr val="dk1"/>
              </a:solidFill>
              <a:latin typeface="Oxanium Medium"/>
              <a:ea typeface="Oxanium Medium"/>
              <a:cs typeface="Oxanium Medium"/>
              <a:sym typeface="Oxanium Medium"/>
            </a:endParaRPr>
          </a:p>
        </p:txBody>
      </p:sp>
      <p:sp>
        <p:nvSpPr>
          <p:cNvPr id="408" name="Google Shape;408;p35"/>
          <p:cNvSpPr txBox="1"/>
          <p:nvPr/>
        </p:nvSpPr>
        <p:spPr>
          <a:xfrm>
            <a:off x="3656996" y="2144125"/>
            <a:ext cx="2037900" cy="640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000">
                <a:solidFill>
                  <a:schemeClr val="dk1"/>
                </a:solidFill>
                <a:latin typeface="Oxanium Medium"/>
                <a:ea typeface="Oxanium Medium"/>
                <a:cs typeface="Oxanium Medium"/>
                <a:sym typeface="Oxanium Medium"/>
              </a:rPr>
              <a:t>No Reusability</a:t>
            </a:r>
            <a:endParaRPr sz="2000">
              <a:solidFill>
                <a:schemeClr val="dk1"/>
              </a:solidFill>
              <a:latin typeface="Oxanium Medium"/>
              <a:ea typeface="Oxanium Medium"/>
              <a:cs typeface="Oxanium Medium"/>
              <a:sym typeface="Oxanium Medium"/>
            </a:endParaRPr>
          </a:p>
        </p:txBody>
      </p:sp>
      <p:sp>
        <p:nvSpPr>
          <p:cNvPr id="409" name="Google Shape;409;p35"/>
          <p:cNvSpPr txBox="1"/>
          <p:nvPr/>
        </p:nvSpPr>
        <p:spPr>
          <a:xfrm>
            <a:off x="3656996" y="2994025"/>
            <a:ext cx="2037900" cy="640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000">
                <a:solidFill>
                  <a:schemeClr val="dk1"/>
                </a:solidFill>
                <a:latin typeface="Oxanium Medium"/>
                <a:ea typeface="Oxanium Medium"/>
                <a:cs typeface="Oxanium Medium"/>
                <a:sym typeface="Oxanium Medium"/>
              </a:rPr>
              <a:t>Fragility</a:t>
            </a:r>
            <a:endParaRPr sz="2000">
              <a:solidFill>
                <a:schemeClr val="dk1"/>
              </a:solidFill>
              <a:latin typeface="Oxanium Medium"/>
              <a:ea typeface="Oxanium Medium"/>
              <a:cs typeface="Oxanium Medium"/>
              <a:sym typeface="Oxanium Medium"/>
            </a:endParaRPr>
          </a:p>
        </p:txBody>
      </p:sp>
      <p:sp>
        <p:nvSpPr>
          <p:cNvPr id="410" name="Google Shape;410;p35"/>
          <p:cNvSpPr txBox="1"/>
          <p:nvPr/>
        </p:nvSpPr>
        <p:spPr>
          <a:xfrm flipH="1">
            <a:off x="6062988" y="1294181"/>
            <a:ext cx="2415300" cy="640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100">
                <a:solidFill>
                  <a:schemeClr val="dk1"/>
                </a:solidFill>
                <a:latin typeface="Poppins"/>
                <a:ea typeface="Poppins"/>
                <a:cs typeface="Poppins"/>
                <a:sym typeface="Poppins"/>
              </a:rPr>
              <a:t>Scrapers can be very complex and require a lot of code.</a:t>
            </a:r>
            <a:endParaRPr sz="1100">
              <a:solidFill>
                <a:schemeClr val="dk1"/>
              </a:solidFill>
              <a:latin typeface="Poppins"/>
              <a:ea typeface="Poppins"/>
              <a:cs typeface="Poppins"/>
              <a:sym typeface="Poppins"/>
            </a:endParaRPr>
          </a:p>
        </p:txBody>
      </p:sp>
      <p:sp>
        <p:nvSpPr>
          <p:cNvPr id="411" name="Google Shape;411;p35"/>
          <p:cNvSpPr txBox="1"/>
          <p:nvPr/>
        </p:nvSpPr>
        <p:spPr>
          <a:xfrm flipH="1">
            <a:off x="6062988" y="2994050"/>
            <a:ext cx="2415300" cy="640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100">
                <a:solidFill>
                  <a:schemeClr val="dk1"/>
                </a:solidFill>
                <a:latin typeface="Poppins"/>
                <a:ea typeface="Poppins"/>
                <a:cs typeface="Poppins"/>
                <a:sym typeface="Poppins"/>
              </a:rPr>
              <a:t>Any website updates can potentially break a scraper.</a:t>
            </a:r>
            <a:endParaRPr sz="1100">
              <a:solidFill>
                <a:schemeClr val="dk1"/>
              </a:solidFill>
              <a:latin typeface="Poppins"/>
              <a:ea typeface="Poppins"/>
              <a:cs typeface="Poppins"/>
              <a:sym typeface="Poppins"/>
            </a:endParaRPr>
          </a:p>
        </p:txBody>
      </p:sp>
      <p:sp>
        <p:nvSpPr>
          <p:cNvPr id="412" name="Google Shape;412;p35"/>
          <p:cNvSpPr txBox="1"/>
          <p:nvPr/>
        </p:nvSpPr>
        <p:spPr>
          <a:xfrm flipH="1">
            <a:off x="6062988" y="2144137"/>
            <a:ext cx="2415300" cy="640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100">
                <a:solidFill>
                  <a:schemeClr val="dk1"/>
                </a:solidFill>
                <a:latin typeface="Poppins"/>
                <a:ea typeface="Poppins"/>
                <a:cs typeface="Poppins"/>
                <a:sym typeface="Poppins"/>
              </a:rPr>
              <a:t>Almost none of the code written in a scraper can be reused.</a:t>
            </a:r>
            <a:endParaRPr sz="1100">
              <a:solidFill>
                <a:schemeClr val="dk1"/>
              </a:solidFill>
              <a:latin typeface="Poppins"/>
              <a:ea typeface="Poppins"/>
              <a:cs typeface="Poppins"/>
              <a:sym typeface="Poppins"/>
            </a:endParaRPr>
          </a:p>
        </p:txBody>
      </p:sp>
      <p:cxnSp>
        <p:nvCxnSpPr>
          <p:cNvPr id="413" name="Google Shape;413;p35"/>
          <p:cNvCxnSpPr>
            <a:stCxn id="407" idx="1"/>
            <a:endCxn id="406" idx="3"/>
          </p:cNvCxnSpPr>
          <p:nvPr/>
        </p:nvCxnSpPr>
        <p:spPr>
          <a:xfrm flipH="1">
            <a:off x="3028496" y="1614425"/>
            <a:ext cx="628500" cy="1274700"/>
          </a:xfrm>
          <a:prstGeom prst="bentConnector3">
            <a:avLst>
              <a:gd fmla="val 49991" name="adj1"/>
            </a:avLst>
          </a:prstGeom>
          <a:noFill/>
          <a:ln cap="flat" cmpd="sng" w="9525">
            <a:solidFill>
              <a:schemeClr val="dk1"/>
            </a:solidFill>
            <a:prstDash val="solid"/>
            <a:round/>
            <a:headEnd len="med" w="med" type="none"/>
            <a:tailEnd len="med" w="med" type="none"/>
          </a:ln>
        </p:spPr>
      </p:cxnSp>
      <p:cxnSp>
        <p:nvCxnSpPr>
          <p:cNvPr id="414" name="Google Shape;414;p35"/>
          <p:cNvCxnSpPr>
            <a:stCxn id="409" idx="1"/>
            <a:endCxn id="406" idx="3"/>
          </p:cNvCxnSpPr>
          <p:nvPr/>
        </p:nvCxnSpPr>
        <p:spPr>
          <a:xfrm rot="10800000">
            <a:off x="3028496" y="2889325"/>
            <a:ext cx="628500" cy="424800"/>
          </a:xfrm>
          <a:prstGeom prst="bentConnector3">
            <a:avLst>
              <a:gd fmla="val 49991" name="adj1"/>
            </a:avLst>
          </a:prstGeom>
          <a:noFill/>
          <a:ln cap="flat" cmpd="sng" w="9525">
            <a:solidFill>
              <a:schemeClr val="dk1"/>
            </a:solidFill>
            <a:prstDash val="solid"/>
            <a:round/>
            <a:headEnd len="med" w="med" type="none"/>
            <a:tailEnd len="med" w="med" type="none"/>
          </a:ln>
        </p:spPr>
      </p:cxnSp>
      <p:cxnSp>
        <p:nvCxnSpPr>
          <p:cNvPr id="415" name="Google Shape;415;p35"/>
          <p:cNvCxnSpPr>
            <a:stCxn id="408" idx="1"/>
            <a:endCxn id="406" idx="3"/>
          </p:cNvCxnSpPr>
          <p:nvPr/>
        </p:nvCxnSpPr>
        <p:spPr>
          <a:xfrm flipH="1">
            <a:off x="3028496" y="2464225"/>
            <a:ext cx="628500" cy="425100"/>
          </a:xfrm>
          <a:prstGeom prst="bentConnector3">
            <a:avLst>
              <a:gd fmla="val 49991" name="adj1"/>
            </a:avLst>
          </a:prstGeom>
          <a:noFill/>
          <a:ln cap="flat" cmpd="sng" w="9525">
            <a:solidFill>
              <a:schemeClr val="dk1"/>
            </a:solidFill>
            <a:prstDash val="solid"/>
            <a:round/>
            <a:headEnd len="med" w="med" type="none"/>
            <a:tailEnd len="med" w="med" type="none"/>
          </a:ln>
        </p:spPr>
      </p:cxnSp>
      <p:cxnSp>
        <p:nvCxnSpPr>
          <p:cNvPr id="416" name="Google Shape;416;p35"/>
          <p:cNvCxnSpPr>
            <a:stCxn id="407" idx="3"/>
            <a:endCxn id="410" idx="3"/>
          </p:cNvCxnSpPr>
          <p:nvPr/>
        </p:nvCxnSpPr>
        <p:spPr>
          <a:xfrm>
            <a:off x="5694896" y="1614425"/>
            <a:ext cx="368100" cy="0"/>
          </a:xfrm>
          <a:prstGeom prst="straightConnector1">
            <a:avLst/>
          </a:prstGeom>
          <a:noFill/>
          <a:ln cap="flat" cmpd="sng" w="9525">
            <a:solidFill>
              <a:schemeClr val="dk1"/>
            </a:solidFill>
            <a:prstDash val="solid"/>
            <a:round/>
            <a:headEnd len="med" w="med" type="none"/>
            <a:tailEnd len="med" w="med" type="triangle"/>
          </a:ln>
        </p:spPr>
      </p:cxnSp>
      <p:cxnSp>
        <p:nvCxnSpPr>
          <p:cNvPr id="417" name="Google Shape;417;p35"/>
          <p:cNvCxnSpPr>
            <a:stCxn id="408" idx="3"/>
            <a:endCxn id="412" idx="3"/>
          </p:cNvCxnSpPr>
          <p:nvPr/>
        </p:nvCxnSpPr>
        <p:spPr>
          <a:xfrm>
            <a:off x="5694896" y="2464225"/>
            <a:ext cx="368100" cy="0"/>
          </a:xfrm>
          <a:prstGeom prst="straightConnector1">
            <a:avLst/>
          </a:prstGeom>
          <a:noFill/>
          <a:ln cap="flat" cmpd="sng" w="9525">
            <a:solidFill>
              <a:schemeClr val="dk1"/>
            </a:solidFill>
            <a:prstDash val="solid"/>
            <a:round/>
            <a:headEnd len="med" w="med" type="none"/>
            <a:tailEnd len="med" w="med" type="triangle"/>
          </a:ln>
        </p:spPr>
      </p:cxnSp>
      <p:cxnSp>
        <p:nvCxnSpPr>
          <p:cNvPr id="418" name="Google Shape;418;p35"/>
          <p:cNvCxnSpPr>
            <a:stCxn id="409" idx="3"/>
            <a:endCxn id="411" idx="3"/>
          </p:cNvCxnSpPr>
          <p:nvPr/>
        </p:nvCxnSpPr>
        <p:spPr>
          <a:xfrm>
            <a:off x="5694896" y="3314125"/>
            <a:ext cx="368100" cy="0"/>
          </a:xfrm>
          <a:prstGeom prst="straightConnector1">
            <a:avLst/>
          </a:prstGeom>
          <a:noFill/>
          <a:ln cap="flat" cmpd="sng" w="9525">
            <a:solidFill>
              <a:schemeClr val="dk1"/>
            </a:solidFill>
            <a:prstDash val="solid"/>
            <a:round/>
            <a:headEnd len="med" w="med" type="none"/>
            <a:tailEnd len="med" w="med" type="triangle"/>
          </a:ln>
        </p:spPr>
      </p:cxnSp>
      <p:sp>
        <p:nvSpPr>
          <p:cNvPr id="419" name="Google Shape;419;p35"/>
          <p:cNvSpPr txBox="1"/>
          <p:nvPr/>
        </p:nvSpPr>
        <p:spPr>
          <a:xfrm>
            <a:off x="3656996" y="3843950"/>
            <a:ext cx="2037900" cy="640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2000">
                <a:solidFill>
                  <a:schemeClr val="dk1"/>
                </a:solidFill>
                <a:latin typeface="Oxanium Medium"/>
                <a:ea typeface="Oxanium Medium"/>
                <a:cs typeface="Oxanium Medium"/>
                <a:sym typeface="Oxanium Medium"/>
              </a:rPr>
              <a:t>Exporting</a:t>
            </a:r>
            <a:endParaRPr sz="2000">
              <a:solidFill>
                <a:schemeClr val="dk1"/>
              </a:solidFill>
              <a:latin typeface="Oxanium Medium"/>
              <a:ea typeface="Oxanium Medium"/>
              <a:cs typeface="Oxanium Medium"/>
              <a:sym typeface="Oxanium Medium"/>
            </a:endParaRPr>
          </a:p>
        </p:txBody>
      </p:sp>
      <p:sp>
        <p:nvSpPr>
          <p:cNvPr id="420" name="Google Shape;420;p35"/>
          <p:cNvSpPr txBox="1"/>
          <p:nvPr/>
        </p:nvSpPr>
        <p:spPr>
          <a:xfrm flipH="1">
            <a:off x="6062988" y="3843987"/>
            <a:ext cx="2415300" cy="6402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100">
                <a:solidFill>
                  <a:schemeClr val="dk1"/>
                </a:solidFill>
                <a:latin typeface="Poppins"/>
                <a:ea typeface="Poppins"/>
                <a:cs typeface="Poppins"/>
                <a:sym typeface="Poppins"/>
              </a:rPr>
              <a:t>Packages often do not support exporting to major file types.</a:t>
            </a:r>
            <a:endParaRPr sz="1100">
              <a:solidFill>
                <a:schemeClr val="dk1"/>
              </a:solidFill>
              <a:latin typeface="Poppins"/>
              <a:ea typeface="Poppins"/>
              <a:cs typeface="Poppins"/>
              <a:sym typeface="Poppins"/>
            </a:endParaRPr>
          </a:p>
        </p:txBody>
      </p:sp>
      <p:cxnSp>
        <p:nvCxnSpPr>
          <p:cNvPr id="421" name="Google Shape;421;p35"/>
          <p:cNvCxnSpPr>
            <a:stCxn id="419" idx="3"/>
            <a:endCxn id="420" idx="3"/>
          </p:cNvCxnSpPr>
          <p:nvPr/>
        </p:nvCxnSpPr>
        <p:spPr>
          <a:xfrm>
            <a:off x="5694896" y="4164050"/>
            <a:ext cx="368100" cy="0"/>
          </a:xfrm>
          <a:prstGeom prst="straightConnector1">
            <a:avLst/>
          </a:prstGeom>
          <a:noFill/>
          <a:ln cap="flat" cmpd="sng" w="9525">
            <a:solidFill>
              <a:schemeClr val="dk1"/>
            </a:solidFill>
            <a:prstDash val="solid"/>
            <a:round/>
            <a:headEnd len="med" w="med" type="none"/>
            <a:tailEnd len="med" w="med" type="triangle"/>
          </a:ln>
        </p:spPr>
      </p:cxnSp>
      <p:cxnSp>
        <p:nvCxnSpPr>
          <p:cNvPr id="422" name="Google Shape;422;p35"/>
          <p:cNvCxnSpPr>
            <a:stCxn id="406" idx="3"/>
            <a:endCxn id="419" idx="1"/>
          </p:cNvCxnSpPr>
          <p:nvPr/>
        </p:nvCxnSpPr>
        <p:spPr>
          <a:xfrm>
            <a:off x="3028613" y="2889238"/>
            <a:ext cx="628500" cy="1274700"/>
          </a:xfrm>
          <a:prstGeom prst="bentConnector3">
            <a:avLst>
              <a:gd fmla="val 49991" name="adj1"/>
            </a:avLst>
          </a:prstGeom>
          <a:noFill/>
          <a:ln cap="flat" cmpd="sng" w="9525">
            <a:solidFill>
              <a:schemeClr val="dk1"/>
            </a:solidFill>
            <a:prstDash val="solid"/>
            <a:round/>
            <a:headEnd len="med" w="med" type="none"/>
            <a:tailEnd len="med" w="med" type="none"/>
          </a:ln>
        </p:spPr>
      </p:cxnSp>
      <p:sp>
        <p:nvSpPr>
          <p:cNvPr id="423" name="Google Shape;423;p35"/>
          <p:cNvSpPr/>
          <p:nvPr/>
        </p:nvSpPr>
        <p:spPr>
          <a:xfrm>
            <a:off x="1576313" y="1644520"/>
            <a:ext cx="731400" cy="731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nvGrpSpPr>
          <p:cNvPr id="424" name="Google Shape;424;p35"/>
          <p:cNvGrpSpPr/>
          <p:nvPr/>
        </p:nvGrpSpPr>
        <p:grpSpPr>
          <a:xfrm>
            <a:off x="1772221" y="1817997"/>
            <a:ext cx="339580" cy="384453"/>
            <a:chOff x="3713542" y="3857297"/>
            <a:chExt cx="435638" cy="493205"/>
          </a:xfrm>
        </p:grpSpPr>
        <p:sp>
          <p:nvSpPr>
            <p:cNvPr id="425" name="Google Shape;425;p35"/>
            <p:cNvSpPr/>
            <p:nvPr/>
          </p:nvSpPr>
          <p:spPr>
            <a:xfrm>
              <a:off x="3856931" y="4127042"/>
              <a:ext cx="148860" cy="148860"/>
            </a:xfrm>
            <a:custGeom>
              <a:rect b="b" l="l" r="r" t="t"/>
              <a:pathLst>
                <a:path extrusionOk="0" h="148860" w="148860">
                  <a:moveTo>
                    <a:pt x="74430" y="148861"/>
                  </a:moveTo>
                  <a:cubicBezTo>
                    <a:pt x="115470" y="148861"/>
                    <a:pt x="148860" y="115472"/>
                    <a:pt x="148860" y="74430"/>
                  </a:cubicBezTo>
                  <a:cubicBezTo>
                    <a:pt x="148860" y="33390"/>
                    <a:pt x="115471" y="0"/>
                    <a:pt x="74430" y="0"/>
                  </a:cubicBezTo>
                  <a:cubicBezTo>
                    <a:pt x="33389" y="0"/>
                    <a:pt x="0" y="33389"/>
                    <a:pt x="0" y="74430"/>
                  </a:cubicBezTo>
                  <a:cubicBezTo>
                    <a:pt x="1" y="115471"/>
                    <a:pt x="33390" y="148861"/>
                    <a:pt x="74430" y="148861"/>
                  </a:cubicBezTo>
                  <a:close/>
                  <a:moveTo>
                    <a:pt x="74430" y="14449"/>
                  </a:moveTo>
                  <a:cubicBezTo>
                    <a:pt x="107503" y="14449"/>
                    <a:pt x="134411" y="41357"/>
                    <a:pt x="134411" y="74430"/>
                  </a:cubicBezTo>
                  <a:cubicBezTo>
                    <a:pt x="134411" y="107503"/>
                    <a:pt x="107503" y="134412"/>
                    <a:pt x="74430" y="134412"/>
                  </a:cubicBezTo>
                  <a:cubicBezTo>
                    <a:pt x="41357" y="134412"/>
                    <a:pt x="14449" y="107503"/>
                    <a:pt x="14449" y="74430"/>
                  </a:cubicBezTo>
                  <a:cubicBezTo>
                    <a:pt x="14449" y="41357"/>
                    <a:pt x="41357" y="14449"/>
                    <a:pt x="74430" y="1444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6" name="Google Shape;426;p35"/>
            <p:cNvSpPr/>
            <p:nvPr/>
          </p:nvSpPr>
          <p:spPr>
            <a:xfrm>
              <a:off x="3891310" y="4176657"/>
              <a:ext cx="80103" cy="54612"/>
            </a:xfrm>
            <a:custGeom>
              <a:rect b="b" l="l" r="r" t="t"/>
              <a:pathLst>
                <a:path extrusionOk="0" h="54612" w="80103">
                  <a:moveTo>
                    <a:pt x="27606" y="52497"/>
                  </a:moveTo>
                  <a:cubicBezTo>
                    <a:pt x="30427" y="55318"/>
                    <a:pt x="35001" y="55318"/>
                    <a:pt x="37823" y="52497"/>
                  </a:cubicBezTo>
                  <a:lnTo>
                    <a:pt x="77987" y="12333"/>
                  </a:lnTo>
                  <a:cubicBezTo>
                    <a:pt x="80809" y="9511"/>
                    <a:pt x="80809" y="4937"/>
                    <a:pt x="77987" y="2115"/>
                  </a:cubicBezTo>
                  <a:cubicBezTo>
                    <a:pt x="75165" y="-705"/>
                    <a:pt x="70591" y="-705"/>
                    <a:pt x="67770" y="2115"/>
                  </a:cubicBezTo>
                  <a:lnTo>
                    <a:pt x="32714" y="37172"/>
                  </a:lnTo>
                  <a:lnTo>
                    <a:pt x="12333" y="16792"/>
                  </a:lnTo>
                  <a:cubicBezTo>
                    <a:pt x="9512" y="13971"/>
                    <a:pt x="4937" y="13971"/>
                    <a:pt x="2116" y="16793"/>
                  </a:cubicBezTo>
                  <a:cubicBezTo>
                    <a:pt x="-705" y="19614"/>
                    <a:pt x="-705" y="24189"/>
                    <a:pt x="2117" y="2700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7" name="Google Shape;427;p35"/>
            <p:cNvSpPr/>
            <p:nvPr/>
          </p:nvSpPr>
          <p:spPr>
            <a:xfrm>
              <a:off x="3713542" y="3857297"/>
              <a:ext cx="435638" cy="493205"/>
            </a:xfrm>
            <a:custGeom>
              <a:rect b="b" l="l" r="r" t="t"/>
              <a:pathLst>
                <a:path extrusionOk="0" h="493205" w="435638">
                  <a:moveTo>
                    <a:pt x="269827" y="7225"/>
                  </a:moveTo>
                  <a:cubicBezTo>
                    <a:pt x="269827" y="3235"/>
                    <a:pt x="266593" y="0"/>
                    <a:pt x="262603" y="0"/>
                  </a:cubicBezTo>
                  <a:cubicBezTo>
                    <a:pt x="252252" y="0"/>
                    <a:pt x="40165" y="0"/>
                    <a:pt x="30158" y="0"/>
                  </a:cubicBezTo>
                  <a:cubicBezTo>
                    <a:pt x="13528" y="0"/>
                    <a:pt x="0" y="13528"/>
                    <a:pt x="0" y="30157"/>
                  </a:cubicBezTo>
                  <a:lnTo>
                    <a:pt x="0" y="321243"/>
                  </a:lnTo>
                  <a:cubicBezTo>
                    <a:pt x="0" y="337872"/>
                    <a:pt x="13528" y="351400"/>
                    <a:pt x="30157" y="351400"/>
                  </a:cubicBezTo>
                  <a:lnTo>
                    <a:pt x="68790" y="351400"/>
                  </a:lnTo>
                  <a:lnTo>
                    <a:pt x="68790" y="362977"/>
                  </a:lnTo>
                  <a:cubicBezTo>
                    <a:pt x="68790" y="371963"/>
                    <a:pt x="76101" y="379274"/>
                    <a:pt x="85088" y="379274"/>
                  </a:cubicBezTo>
                  <a:lnTo>
                    <a:pt x="111820" y="379274"/>
                  </a:lnTo>
                  <a:cubicBezTo>
                    <a:pt x="113525" y="384421"/>
                    <a:pt x="115613" y="389461"/>
                    <a:pt x="118052" y="394306"/>
                  </a:cubicBezTo>
                  <a:lnTo>
                    <a:pt x="99145" y="413213"/>
                  </a:lnTo>
                  <a:cubicBezTo>
                    <a:pt x="92791" y="419568"/>
                    <a:pt x="92791" y="429906"/>
                    <a:pt x="99145" y="436262"/>
                  </a:cubicBezTo>
                  <a:lnTo>
                    <a:pt x="125734" y="462851"/>
                  </a:lnTo>
                  <a:cubicBezTo>
                    <a:pt x="128812" y="465929"/>
                    <a:pt x="132905" y="467624"/>
                    <a:pt x="137259" y="467624"/>
                  </a:cubicBezTo>
                  <a:cubicBezTo>
                    <a:pt x="141612" y="467624"/>
                    <a:pt x="145705" y="465929"/>
                    <a:pt x="148784" y="462850"/>
                  </a:cubicBezTo>
                  <a:lnTo>
                    <a:pt x="167689" y="443944"/>
                  </a:lnTo>
                  <a:cubicBezTo>
                    <a:pt x="172534" y="446382"/>
                    <a:pt x="177575" y="448471"/>
                    <a:pt x="182720" y="450176"/>
                  </a:cubicBezTo>
                  <a:lnTo>
                    <a:pt x="182720" y="476908"/>
                  </a:lnTo>
                  <a:cubicBezTo>
                    <a:pt x="182720" y="485895"/>
                    <a:pt x="190032" y="493206"/>
                    <a:pt x="199018" y="493206"/>
                  </a:cubicBezTo>
                  <a:lnTo>
                    <a:pt x="236620" y="493206"/>
                  </a:lnTo>
                  <a:cubicBezTo>
                    <a:pt x="245606" y="493206"/>
                    <a:pt x="252918" y="485895"/>
                    <a:pt x="252918" y="476909"/>
                  </a:cubicBezTo>
                  <a:lnTo>
                    <a:pt x="252918" y="450176"/>
                  </a:lnTo>
                  <a:cubicBezTo>
                    <a:pt x="258064" y="448471"/>
                    <a:pt x="263104" y="446383"/>
                    <a:pt x="267949" y="443944"/>
                  </a:cubicBezTo>
                  <a:lnTo>
                    <a:pt x="286855" y="462851"/>
                  </a:lnTo>
                  <a:cubicBezTo>
                    <a:pt x="293226" y="469220"/>
                    <a:pt x="303532" y="469220"/>
                    <a:pt x="309905" y="462851"/>
                  </a:cubicBezTo>
                  <a:lnTo>
                    <a:pt x="336493" y="436262"/>
                  </a:lnTo>
                  <a:cubicBezTo>
                    <a:pt x="342862" y="429891"/>
                    <a:pt x="342862" y="419584"/>
                    <a:pt x="336493" y="413212"/>
                  </a:cubicBezTo>
                  <a:lnTo>
                    <a:pt x="317586" y="394306"/>
                  </a:lnTo>
                  <a:cubicBezTo>
                    <a:pt x="320024" y="389462"/>
                    <a:pt x="322113" y="384421"/>
                    <a:pt x="323818" y="379274"/>
                  </a:cubicBezTo>
                  <a:lnTo>
                    <a:pt x="350550" y="379274"/>
                  </a:lnTo>
                  <a:cubicBezTo>
                    <a:pt x="359537" y="379274"/>
                    <a:pt x="366848" y="371963"/>
                    <a:pt x="366848" y="362977"/>
                  </a:cubicBezTo>
                  <a:lnTo>
                    <a:pt x="366848" y="351400"/>
                  </a:lnTo>
                  <a:lnTo>
                    <a:pt x="405481" y="351400"/>
                  </a:lnTo>
                  <a:cubicBezTo>
                    <a:pt x="422110" y="351400"/>
                    <a:pt x="435638" y="337872"/>
                    <a:pt x="435638" y="321242"/>
                  </a:cubicBezTo>
                  <a:lnTo>
                    <a:pt x="435638" y="235567"/>
                  </a:lnTo>
                  <a:cubicBezTo>
                    <a:pt x="435638" y="231576"/>
                    <a:pt x="432404" y="228342"/>
                    <a:pt x="428413" y="228342"/>
                  </a:cubicBezTo>
                  <a:cubicBezTo>
                    <a:pt x="424423" y="228342"/>
                    <a:pt x="421189" y="231576"/>
                    <a:pt x="421189" y="235567"/>
                  </a:cubicBezTo>
                  <a:lnTo>
                    <a:pt x="421189" y="321242"/>
                  </a:lnTo>
                  <a:cubicBezTo>
                    <a:pt x="421189" y="329903"/>
                    <a:pt x="414142" y="336951"/>
                    <a:pt x="405481" y="336951"/>
                  </a:cubicBezTo>
                  <a:lnTo>
                    <a:pt x="366847" y="336951"/>
                  </a:lnTo>
                  <a:lnTo>
                    <a:pt x="366847" y="325374"/>
                  </a:lnTo>
                  <a:cubicBezTo>
                    <a:pt x="366847" y="316387"/>
                    <a:pt x="359536" y="309076"/>
                    <a:pt x="350549" y="309076"/>
                  </a:cubicBezTo>
                  <a:lnTo>
                    <a:pt x="323817" y="309076"/>
                  </a:lnTo>
                  <a:cubicBezTo>
                    <a:pt x="322111" y="303928"/>
                    <a:pt x="320023" y="298888"/>
                    <a:pt x="317585" y="294045"/>
                  </a:cubicBezTo>
                  <a:lnTo>
                    <a:pt x="336492" y="275139"/>
                  </a:lnTo>
                  <a:cubicBezTo>
                    <a:pt x="342862" y="268767"/>
                    <a:pt x="342861" y="258459"/>
                    <a:pt x="336492" y="252089"/>
                  </a:cubicBezTo>
                  <a:lnTo>
                    <a:pt x="309904" y="225500"/>
                  </a:lnTo>
                  <a:cubicBezTo>
                    <a:pt x="306921" y="222518"/>
                    <a:pt x="302830" y="220727"/>
                    <a:pt x="298379" y="220727"/>
                  </a:cubicBezTo>
                  <a:cubicBezTo>
                    <a:pt x="293911" y="220727"/>
                    <a:pt x="289826" y="222530"/>
                    <a:pt x="286854" y="225500"/>
                  </a:cubicBezTo>
                  <a:lnTo>
                    <a:pt x="267948" y="244407"/>
                  </a:lnTo>
                  <a:cubicBezTo>
                    <a:pt x="263103" y="241969"/>
                    <a:pt x="258063" y="239880"/>
                    <a:pt x="252917" y="238175"/>
                  </a:cubicBezTo>
                  <a:lnTo>
                    <a:pt x="252917" y="211443"/>
                  </a:lnTo>
                  <a:cubicBezTo>
                    <a:pt x="252917" y="202456"/>
                    <a:pt x="245605" y="195145"/>
                    <a:pt x="236619" y="195145"/>
                  </a:cubicBezTo>
                  <a:lnTo>
                    <a:pt x="199017" y="195145"/>
                  </a:lnTo>
                  <a:cubicBezTo>
                    <a:pt x="190031" y="195145"/>
                    <a:pt x="182719" y="202456"/>
                    <a:pt x="182719" y="211443"/>
                  </a:cubicBezTo>
                  <a:lnTo>
                    <a:pt x="182719" y="238175"/>
                  </a:lnTo>
                  <a:cubicBezTo>
                    <a:pt x="177572" y="239880"/>
                    <a:pt x="172532" y="241969"/>
                    <a:pt x="167688" y="244407"/>
                  </a:cubicBezTo>
                  <a:lnTo>
                    <a:pt x="148782" y="225501"/>
                  </a:lnTo>
                  <a:cubicBezTo>
                    <a:pt x="142393" y="219109"/>
                    <a:pt x="132083" y="219151"/>
                    <a:pt x="125734" y="225500"/>
                  </a:cubicBezTo>
                  <a:lnTo>
                    <a:pt x="99144" y="252089"/>
                  </a:lnTo>
                  <a:cubicBezTo>
                    <a:pt x="92795" y="258438"/>
                    <a:pt x="92786" y="268776"/>
                    <a:pt x="99144" y="275139"/>
                  </a:cubicBezTo>
                  <a:lnTo>
                    <a:pt x="118051" y="294045"/>
                  </a:lnTo>
                  <a:cubicBezTo>
                    <a:pt x="115614" y="298888"/>
                    <a:pt x="113525" y="303928"/>
                    <a:pt x="111819" y="309076"/>
                  </a:cubicBezTo>
                  <a:lnTo>
                    <a:pt x="85087" y="309076"/>
                  </a:lnTo>
                  <a:cubicBezTo>
                    <a:pt x="76100" y="309076"/>
                    <a:pt x="68789" y="316387"/>
                    <a:pt x="68789" y="325374"/>
                  </a:cubicBezTo>
                  <a:lnTo>
                    <a:pt x="68789" y="336951"/>
                  </a:lnTo>
                  <a:lnTo>
                    <a:pt x="30157" y="336951"/>
                  </a:lnTo>
                  <a:cubicBezTo>
                    <a:pt x="21496" y="336951"/>
                    <a:pt x="14449" y="329905"/>
                    <a:pt x="14449" y="321243"/>
                  </a:cubicBezTo>
                  <a:lnTo>
                    <a:pt x="14449" y="30157"/>
                  </a:lnTo>
                  <a:cubicBezTo>
                    <a:pt x="14449" y="21496"/>
                    <a:pt x="21497" y="14449"/>
                    <a:pt x="30158" y="14449"/>
                  </a:cubicBezTo>
                  <a:lnTo>
                    <a:pt x="146048" y="14449"/>
                  </a:lnTo>
                  <a:cubicBezTo>
                    <a:pt x="152580" y="14449"/>
                    <a:pt x="158498" y="18563"/>
                    <a:pt x="160772" y="24687"/>
                  </a:cubicBezTo>
                  <a:cubicBezTo>
                    <a:pt x="168150" y="44553"/>
                    <a:pt x="165505" y="37430"/>
                    <a:pt x="174409" y="61410"/>
                  </a:cubicBezTo>
                  <a:cubicBezTo>
                    <a:pt x="179970" y="76381"/>
                    <a:pt x="194431" y="86407"/>
                    <a:pt x="210359" y="86407"/>
                  </a:cubicBezTo>
                  <a:lnTo>
                    <a:pt x="405481" y="86407"/>
                  </a:lnTo>
                  <a:cubicBezTo>
                    <a:pt x="414141" y="86407"/>
                    <a:pt x="421189" y="93454"/>
                    <a:pt x="421189" y="102116"/>
                  </a:cubicBezTo>
                  <a:lnTo>
                    <a:pt x="421189" y="201852"/>
                  </a:lnTo>
                  <a:cubicBezTo>
                    <a:pt x="421189" y="205843"/>
                    <a:pt x="424423" y="209077"/>
                    <a:pt x="428413" y="209077"/>
                  </a:cubicBezTo>
                  <a:cubicBezTo>
                    <a:pt x="432404" y="209077"/>
                    <a:pt x="435638" y="205843"/>
                    <a:pt x="435638" y="201852"/>
                  </a:cubicBezTo>
                  <a:cubicBezTo>
                    <a:pt x="435638" y="200223"/>
                    <a:pt x="435638" y="32484"/>
                    <a:pt x="435638" y="28083"/>
                  </a:cubicBezTo>
                  <a:cubicBezTo>
                    <a:pt x="435638" y="12598"/>
                    <a:pt x="423039" y="0"/>
                    <a:pt x="407555" y="0"/>
                  </a:cubicBezTo>
                  <a:lnTo>
                    <a:pt x="296317" y="0"/>
                  </a:lnTo>
                  <a:cubicBezTo>
                    <a:pt x="292327" y="0"/>
                    <a:pt x="289093" y="3235"/>
                    <a:pt x="289093" y="7225"/>
                  </a:cubicBezTo>
                  <a:cubicBezTo>
                    <a:pt x="289093" y="11215"/>
                    <a:pt x="292327" y="14449"/>
                    <a:pt x="296317" y="14449"/>
                  </a:cubicBezTo>
                  <a:lnTo>
                    <a:pt x="407556" y="14449"/>
                  </a:lnTo>
                  <a:cubicBezTo>
                    <a:pt x="415073" y="14449"/>
                    <a:pt x="421189" y="20565"/>
                    <a:pt x="421189" y="28083"/>
                  </a:cubicBezTo>
                  <a:lnTo>
                    <a:pt x="421189" y="76381"/>
                  </a:lnTo>
                  <a:cubicBezTo>
                    <a:pt x="416666" y="73590"/>
                    <a:pt x="411131" y="71958"/>
                    <a:pt x="405481" y="71958"/>
                  </a:cubicBezTo>
                  <a:lnTo>
                    <a:pt x="210359" y="71958"/>
                  </a:lnTo>
                  <a:cubicBezTo>
                    <a:pt x="200432" y="71958"/>
                    <a:pt x="191420" y="65709"/>
                    <a:pt x="187954" y="56379"/>
                  </a:cubicBezTo>
                  <a:cubicBezTo>
                    <a:pt x="180576" y="36513"/>
                    <a:pt x="183221" y="43636"/>
                    <a:pt x="174317" y="19656"/>
                  </a:cubicBezTo>
                  <a:cubicBezTo>
                    <a:pt x="174316" y="19652"/>
                    <a:pt x="174314" y="19649"/>
                    <a:pt x="174312" y="19645"/>
                  </a:cubicBezTo>
                  <a:cubicBezTo>
                    <a:pt x="173695" y="17988"/>
                    <a:pt x="172772" y="16061"/>
                    <a:pt x="171783" y="14449"/>
                  </a:cubicBezTo>
                  <a:lnTo>
                    <a:pt x="262602" y="14449"/>
                  </a:lnTo>
                  <a:cubicBezTo>
                    <a:pt x="266592" y="14449"/>
                    <a:pt x="269827" y="11215"/>
                    <a:pt x="269827" y="7225"/>
                  </a:cubicBezTo>
                  <a:close/>
                  <a:moveTo>
                    <a:pt x="83239" y="325374"/>
                  </a:moveTo>
                  <a:cubicBezTo>
                    <a:pt x="83239" y="324324"/>
                    <a:pt x="84115" y="323525"/>
                    <a:pt x="85088" y="323525"/>
                  </a:cubicBezTo>
                  <a:lnTo>
                    <a:pt x="113783" y="323525"/>
                  </a:lnTo>
                  <a:cubicBezTo>
                    <a:pt x="118964" y="323525"/>
                    <a:pt x="123468" y="320227"/>
                    <a:pt x="124991" y="315319"/>
                  </a:cubicBezTo>
                  <a:cubicBezTo>
                    <a:pt x="126742" y="309683"/>
                    <a:pt x="129024" y="304176"/>
                    <a:pt x="131777" y="298952"/>
                  </a:cubicBezTo>
                  <a:cubicBezTo>
                    <a:pt x="134145" y="294456"/>
                    <a:pt x="133354" y="288910"/>
                    <a:pt x="129659" y="285217"/>
                  </a:cubicBezTo>
                  <a:lnTo>
                    <a:pt x="109363" y="264922"/>
                  </a:lnTo>
                  <a:cubicBezTo>
                    <a:pt x="108643" y="264201"/>
                    <a:pt x="108642" y="263029"/>
                    <a:pt x="109363" y="262308"/>
                  </a:cubicBezTo>
                  <a:lnTo>
                    <a:pt x="135953" y="235717"/>
                  </a:lnTo>
                  <a:cubicBezTo>
                    <a:pt x="136679" y="234992"/>
                    <a:pt x="137845" y="234998"/>
                    <a:pt x="138565" y="235718"/>
                  </a:cubicBezTo>
                  <a:lnTo>
                    <a:pt x="158861" y="256014"/>
                  </a:lnTo>
                  <a:cubicBezTo>
                    <a:pt x="162524" y="259676"/>
                    <a:pt x="168044" y="260527"/>
                    <a:pt x="172598" y="258131"/>
                  </a:cubicBezTo>
                  <a:cubicBezTo>
                    <a:pt x="177823" y="255380"/>
                    <a:pt x="183329" y="253096"/>
                    <a:pt x="188963" y="251347"/>
                  </a:cubicBezTo>
                  <a:cubicBezTo>
                    <a:pt x="193872" y="249823"/>
                    <a:pt x="197171" y="245318"/>
                    <a:pt x="197171" y="240138"/>
                  </a:cubicBezTo>
                  <a:lnTo>
                    <a:pt x="197171" y="211443"/>
                  </a:lnTo>
                  <a:cubicBezTo>
                    <a:pt x="197171" y="210411"/>
                    <a:pt x="198032" y="209594"/>
                    <a:pt x="199019" y="209594"/>
                  </a:cubicBezTo>
                  <a:lnTo>
                    <a:pt x="236621" y="209594"/>
                  </a:lnTo>
                  <a:cubicBezTo>
                    <a:pt x="237585" y="209594"/>
                    <a:pt x="238469" y="210381"/>
                    <a:pt x="238469" y="211443"/>
                  </a:cubicBezTo>
                  <a:lnTo>
                    <a:pt x="238469" y="240138"/>
                  </a:lnTo>
                  <a:cubicBezTo>
                    <a:pt x="238469" y="245318"/>
                    <a:pt x="241768" y="249823"/>
                    <a:pt x="246676" y="251346"/>
                  </a:cubicBezTo>
                  <a:cubicBezTo>
                    <a:pt x="252311" y="253096"/>
                    <a:pt x="257817" y="255379"/>
                    <a:pt x="263044" y="258132"/>
                  </a:cubicBezTo>
                  <a:cubicBezTo>
                    <a:pt x="267601" y="260532"/>
                    <a:pt x="273122" y="259672"/>
                    <a:pt x="276779" y="256014"/>
                  </a:cubicBezTo>
                  <a:lnTo>
                    <a:pt x="297075" y="235718"/>
                  </a:lnTo>
                  <a:cubicBezTo>
                    <a:pt x="297798" y="234993"/>
                    <a:pt x="298969" y="235000"/>
                    <a:pt x="299688" y="235718"/>
                  </a:cubicBezTo>
                  <a:lnTo>
                    <a:pt x="326278" y="262308"/>
                  </a:lnTo>
                  <a:cubicBezTo>
                    <a:pt x="327002" y="263033"/>
                    <a:pt x="327001" y="264196"/>
                    <a:pt x="326277" y="264921"/>
                  </a:cubicBezTo>
                  <a:lnTo>
                    <a:pt x="305981" y="285217"/>
                  </a:lnTo>
                  <a:cubicBezTo>
                    <a:pt x="302318" y="288881"/>
                    <a:pt x="301466" y="294401"/>
                    <a:pt x="303864" y="298953"/>
                  </a:cubicBezTo>
                  <a:cubicBezTo>
                    <a:pt x="306615" y="304176"/>
                    <a:pt x="308898" y="309683"/>
                    <a:pt x="310648" y="315318"/>
                  </a:cubicBezTo>
                  <a:cubicBezTo>
                    <a:pt x="312172" y="320227"/>
                    <a:pt x="316677" y="323525"/>
                    <a:pt x="321858" y="323525"/>
                  </a:cubicBezTo>
                  <a:lnTo>
                    <a:pt x="350552" y="323525"/>
                  </a:lnTo>
                  <a:cubicBezTo>
                    <a:pt x="351589" y="323525"/>
                    <a:pt x="352401" y="324397"/>
                    <a:pt x="352401" y="325374"/>
                  </a:cubicBezTo>
                  <a:lnTo>
                    <a:pt x="352401" y="362976"/>
                  </a:lnTo>
                  <a:cubicBezTo>
                    <a:pt x="352401" y="363995"/>
                    <a:pt x="351572" y="364824"/>
                    <a:pt x="350552" y="364824"/>
                  </a:cubicBezTo>
                  <a:lnTo>
                    <a:pt x="321858" y="364824"/>
                  </a:lnTo>
                  <a:cubicBezTo>
                    <a:pt x="316677" y="364824"/>
                    <a:pt x="312172" y="368123"/>
                    <a:pt x="310649" y="373030"/>
                  </a:cubicBezTo>
                  <a:cubicBezTo>
                    <a:pt x="308899" y="378667"/>
                    <a:pt x="306615" y="384172"/>
                    <a:pt x="303863" y="389398"/>
                  </a:cubicBezTo>
                  <a:cubicBezTo>
                    <a:pt x="301467" y="393949"/>
                    <a:pt x="302318" y="399469"/>
                    <a:pt x="305981" y="403133"/>
                  </a:cubicBezTo>
                  <a:lnTo>
                    <a:pt x="326277" y="423428"/>
                  </a:lnTo>
                  <a:cubicBezTo>
                    <a:pt x="326998" y="424149"/>
                    <a:pt x="326998" y="425322"/>
                    <a:pt x="326277" y="426043"/>
                  </a:cubicBezTo>
                  <a:lnTo>
                    <a:pt x="299688" y="452631"/>
                  </a:lnTo>
                  <a:cubicBezTo>
                    <a:pt x="298967" y="453354"/>
                    <a:pt x="297795" y="453354"/>
                    <a:pt x="297075" y="452631"/>
                  </a:cubicBezTo>
                  <a:lnTo>
                    <a:pt x="276780" y="432338"/>
                  </a:lnTo>
                  <a:cubicBezTo>
                    <a:pt x="273117" y="428672"/>
                    <a:pt x="267597" y="427820"/>
                    <a:pt x="263043" y="430219"/>
                  </a:cubicBezTo>
                  <a:cubicBezTo>
                    <a:pt x="257817" y="432971"/>
                    <a:pt x="252310" y="435254"/>
                    <a:pt x="246677" y="437003"/>
                  </a:cubicBezTo>
                  <a:cubicBezTo>
                    <a:pt x="241768" y="438527"/>
                    <a:pt x="238469" y="443032"/>
                    <a:pt x="238469" y="448213"/>
                  </a:cubicBezTo>
                  <a:lnTo>
                    <a:pt x="238469" y="476908"/>
                  </a:lnTo>
                  <a:cubicBezTo>
                    <a:pt x="238469" y="477927"/>
                    <a:pt x="237640" y="478756"/>
                    <a:pt x="236621" y="478756"/>
                  </a:cubicBezTo>
                  <a:lnTo>
                    <a:pt x="199019" y="478756"/>
                  </a:lnTo>
                  <a:cubicBezTo>
                    <a:pt x="198000" y="478756"/>
                    <a:pt x="197171" y="477927"/>
                    <a:pt x="197171" y="476907"/>
                  </a:cubicBezTo>
                  <a:lnTo>
                    <a:pt x="197171" y="448213"/>
                  </a:lnTo>
                  <a:cubicBezTo>
                    <a:pt x="197171" y="443032"/>
                    <a:pt x="193872" y="438527"/>
                    <a:pt x="188964" y="437004"/>
                  </a:cubicBezTo>
                  <a:cubicBezTo>
                    <a:pt x="183328" y="435254"/>
                    <a:pt x="177823" y="432970"/>
                    <a:pt x="172596" y="430218"/>
                  </a:cubicBezTo>
                  <a:cubicBezTo>
                    <a:pt x="170873" y="429311"/>
                    <a:pt x="169012" y="428870"/>
                    <a:pt x="167164" y="428870"/>
                  </a:cubicBezTo>
                  <a:cubicBezTo>
                    <a:pt x="164132" y="428870"/>
                    <a:pt x="161138" y="430060"/>
                    <a:pt x="158861" y="432338"/>
                  </a:cubicBezTo>
                  <a:lnTo>
                    <a:pt x="138566" y="452632"/>
                  </a:lnTo>
                  <a:cubicBezTo>
                    <a:pt x="137846" y="453357"/>
                    <a:pt x="136673" y="453355"/>
                    <a:pt x="135952" y="452632"/>
                  </a:cubicBezTo>
                  <a:lnTo>
                    <a:pt x="109363" y="426045"/>
                  </a:lnTo>
                  <a:cubicBezTo>
                    <a:pt x="108643" y="425323"/>
                    <a:pt x="108643" y="424151"/>
                    <a:pt x="109363" y="423429"/>
                  </a:cubicBezTo>
                  <a:lnTo>
                    <a:pt x="129657" y="403135"/>
                  </a:lnTo>
                  <a:cubicBezTo>
                    <a:pt x="133322" y="399472"/>
                    <a:pt x="134174" y="393952"/>
                    <a:pt x="131776" y="389398"/>
                  </a:cubicBezTo>
                  <a:cubicBezTo>
                    <a:pt x="129025" y="384173"/>
                    <a:pt x="126741" y="378667"/>
                    <a:pt x="124992" y="373032"/>
                  </a:cubicBezTo>
                  <a:cubicBezTo>
                    <a:pt x="123468" y="368124"/>
                    <a:pt x="118964" y="364825"/>
                    <a:pt x="113783" y="364825"/>
                  </a:cubicBezTo>
                  <a:lnTo>
                    <a:pt x="85088" y="364825"/>
                  </a:lnTo>
                  <a:cubicBezTo>
                    <a:pt x="84068" y="364825"/>
                    <a:pt x="83239" y="363996"/>
                    <a:pt x="83239" y="362977"/>
                  </a:cubicBezTo>
                  <a:cubicBezTo>
                    <a:pt x="83239" y="349369"/>
                    <a:pt x="83239" y="338981"/>
                    <a:pt x="83239" y="32537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431" name="Shape 431"/>
        <p:cNvGrpSpPr/>
        <p:nvPr/>
      </p:nvGrpSpPr>
      <p:grpSpPr>
        <a:xfrm>
          <a:off x="0" y="0"/>
          <a:ext cx="0" cy="0"/>
          <a:chOff x="0" y="0"/>
          <a:chExt cx="0" cy="0"/>
        </a:xfrm>
      </p:grpSpPr>
      <p:grpSp>
        <p:nvGrpSpPr>
          <p:cNvPr id="432" name="Google Shape;432;p36"/>
          <p:cNvGrpSpPr/>
          <p:nvPr/>
        </p:nvGrpSpPr>
        <p:grpSpPr>
          <a:xfrm>
            <a:off x="713250" y="542075"/>
            <a:ext cx="7717500" cy="4062075"/>
            <a:chOff x="713250" y="542075"/>
            <a:chExt cx="7717500" cy="4062075"/>
          </a:xfrm>
        </p:grpSpPr>
        <p:grpSp>
          <p:nvGrpSpPr>
            <p:cNvPr id="433" name="Google Shape;433;p36"/>
            <p:cNvGrpSpPr/>
            <p:nvPr/>
          </p:nvGrpSpPr>
          <p:grpSpPr>
            <a:xfrm>
              <a:off x="713250" y="542075"/>
              <a:ext cx="7717500" cy="4062075"/>
              <a:chOff x="713250" y="542075"/>
              <a:chExt cx="7717500" cy="4062075"/>
            </a:xfrm>
          </p:grpSpPr>
          <p:sp>
            <p:nvSpPr>
              <p:cNvPr id="434" name="Google Shape;434;p36"/>
              <p:cNvSpPr/>
              <p:nvPr/>
            </p:nvSpPr>
            <p:spPr>
              <a:xfrm flipH="1" rot="10800000">
                <a:off x="716550" y="608150"/>
                <a:ext cx="7710900" cy="3996000"/>
              </a:xfrm>
              <a:prstGeom prst="round2SameRect">
                <a:avLst>
                  <a:gd fmla="val 2462" name="adj1"/>
                  <a:gd fmla="val 0" name="adj2"/>
                </a:avLst>
              </a:prstGeom>
              <a:solidFill>
                <a:schemeClr val="lt1"/>
              </a:solidFill>
              <a:ln>
                <a:noFill/>
              </a:ln>
              <a:effectLst>
                <a:outerShdw blurRad="1071563" rotWithShape="0" algn="bl" dir="5400000" dist="19050">
                  <a:srgbClr val="000000">
                    <a:alpha val="1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nvGrpSpPr>
              <p:cNvPr id="435" name="Google Shape;435;p36"/>
              <p:cNvGrpSpPr/>
              <p:nvPr/>
            </p:nvGrpSpPr>
            <p:grpSpPr>
              <a:xfrm>
                <a:off x="713250" y="542075"/>
                <a:ext cx="7717500" cy="537000"/>
                <a:chOff x="713250" y="542075"/>
                <a:chExt cx="7717500" cy="537000"/>
              </a:xfrm>
            </p:grpSpPr>
            <p:sp>
              <p:nvSpPr>
                <p:cNvPr id="436" name="Google Shape;436;p36"/>
                <p:cNvSpPr/>
                <p:nvPr/>
              </p:nvSpPr>
              <p:spPr>
                <a:xfrm>
                  <a:off x="713250" y="542075"/>
                  <a:ext cx="7717500" cy="537000"/>
                </a:xfrm>
                <a:prstGeom prst="round2SameRect">
                  <a:avLst>
                    <a:gd fmla="val 16667"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nvGrpSpPr>
                <p:cNvPr id="437" name="Google Shape;437;p36"/>
                <p:cNvGrpSpPr/>
                <p:nvPr/>
              </p:nvGrpSpPr>
              <p:grpSpPr>
                <a:xfrm>
                  <a:off x="875442" y="707950"/>
                  <a:ext cx="6644758" cy="192300"/>
                  <a:chOff x="875442" y="707950"/>
                  <a:chExt cx="6644758" cy="192300"/>
                </a:xfrm>
              </p:grpSpPr>
              <p:sp>
                <p:nvSpPr>
                  <p:cNvPr id="438" name="Google Shape;438;p36"/>
                  <p:cNvSpPr/>
                  <p:nvPr/>
                </p:nvSpPr>
                <p:spPr>
                  <a:xfrm>
                    <a:off x="1161400" y="707950"/>
                    <a:ext cx="6358800" cy="1923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nvGrpSpPr>
                  <p:cNvPr id="439" name="Google Shape;439;p36"/>
                  <p:cNvGrpSpPr/>
                  <p:nvPr/>
                </p:nvGrpSpPr>
                <p:grpSpPr>
                  <a:xfrm>
                    <a:off x="875442" y="707950"/>
                    <a:ext cx="192300" cy="192300"/>
                    <a:chOff x="254892" y="171466"/>
                    <a:chExt cx="192300" cy="192300"/>
                  </a:xfrm>
                </p:grpSpPr>
                <p:sp>
                  <p:nvSpPr>
                    <p:cNvPr id="440" name="Google Shape;440;p36"/>
                    <p:cNvSpPr/>
                    <p:nvPr/>
                  </p:nvSpPr>
                  <p:spPr>
                    <a:xfrm flipH="1">
                      <a:off x="254892" y="171466"/>
                      <a:ext cx="192300" cy="1923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nvGrpSpPr>
                    <p:cNvPr id="441" name="Google Shape;441;p36"/>
                    <p:cNvGrpSpPr/>
                    <p:nvPr/>
                  </p:nvGrpSpPr>
                  <p:grpSpPr>
                    <a:xfrm>
                      <a:off x="297939" y="214513"/>
                      <a:ext cx="106204" cy="106204"/>
                      <a:chOff x="-833062" y="1011550"/>
                      <a:chExt cx="157200" cy="157200"/>
                    </a:xfrm>
                  </p:grpSpPr>
                  <p:cxnSp>
                    <p:nvCxnSpPr>
                      <p:cNvPr id="442" name="Google Shape;442;p36"/>
                      <p:cNvCxnSpPr/>
                      <p:nvPr/>
                    </p:nvCxnSpPr>
                    <p:spPr>
                      <a:xfrm>
                        <a:off x="-833062" y="1011550"/>
                        <a:ext cx="157200" cy="157200"/>
                      </a:xfrm>
                      <a:prstGeom prst="straightConnector1">
                        <a:avLst/>
                      </a:prstGeom>
                      <a:noFill/>
                      <a:ln cap="flat" cmpd="sng" w="9525">
                        <a:solidFill>
                          <a:schemeClr val="dk2"/>
                        </a:solidFill>
                        <a:prstDash val="solid"/>
                        <a:round/>
                        <a:headEnd len="med" w="med" type="none"/>
                        <a:tailEnd len="med" w="med" type="none"/>
                      </a:ln>
                    </p:spPr>
                  </p:cxnSp>
                  <p:cxnSp>
                    <p:nvCxnSpPr>
                      <p:cNvPr id="443" name="Google Shape;443;p36"/>
                      <p:cNvCxnSpPr/>
                      <p:nvPr/>
                    </p:nvCxnSpPr>
                    <p:spPr>
                      <a:xfrm flipH="1">
                        <a:off x="-833062" y="1011550"/>
                        <a:ext cx="157200" cy="157200"/>
                      </a:xfrm>
                      <a:prstGeom prst="straightConnector1">
                        <a:avLst/>
                      </a:prstGeom>
                      <a:noFill/>
                      <a:ln cap="flat" cmpd="sng" w="9525">
                        <a:solidFill>
                          <a:schemeClr val="dk2"/>
                        </a:solidFill>
                        <a:prstDash val="solid"/>
                        <a:round/>
                        <a:headEnd len="med" w="med" type="none"/>
                        <a:tailEnd len="med" w="med" type="none"/>
                      </a:ln>
                    </p:spPr>
                  </p:cxnSp>
                </p:grpSp>
              </p:grpSp>
            </p:grpSp>
          </p:grpSp>
        </p:grpSp>
        <p:grpSp>
          <p:nvGrpSpPr>
            <p:cNvPr id="444" name="Google Shape;444;p36"/>
            <p:cNvGrpSpPr/>
            <p:nvPr/>
          </p:nvGrpSpPr>
          <p:grpSpPr>
            <a:xfrm>
              <a:off x="7672429" y="731700"/>
              <a:ext cx="550875" cy="139200"/>
              <a:chOff x="216625" y="192200"/>
              <a:chExt cx="550875" cy="139200"/>
            </a:xfrm>
          </p:grpSpPr>
          <p:sp>
            <p:nvSpPr>
              <p:cNvPr id="445" name="Google Shape;445;p36"/>
              <p:cNvSpPr/>
              <p:nvPr/>
            </p:nvSpPr>
            <p:spPr>
              <a:xfrm>
                <a:off x="216625" y="192200"/>
                <a:ext cx="139200" cy="1392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446" name="Google Shape;446;p36"/>
              <p:cNvSpPr/>
              <p:nvPr/>
            </p:nvSpPr>
            <p:spPr>
              <a:xfrm>
                <a:off x="422463" y="192200"/>
                <a:ext cx="139200" cy="139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447" name="Google Shape;447;p36"/>
              <p:cNvSpPr/>
              <p:nvPr/>
            </p:nvSpPr>
            <p:spPr>
              <a:xfrm>
                <a:off x="628300" y="192200"/>
                <a:ext cx="139200" cy="1392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grpSp>
      <p:sp>
        <p:nvSpPr>
          <p:cNvPr id="448" name="Google Shape;448;p36"/>
          <p:cNvSpPr txBox="1"/>
          <p:nvPr>
            <p:ph idx="1" type="subTitle"/>
          </p:nvPr>
        </p:nvSpPr>
        <p:spPr>
          <a:xfrm>
            <a:off x="2135550" y="1684021"/>
            <a:ext cx="4872900" cy="2185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500"/>
              <a:t>What if websites could be queried just like databases?</a:t>
            </a:r>
            <a:endParaRPr sz="3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Solution</a:t>
            </a:r>
            <a:endParaRPr/>
          </a:p>
        </p:txBody>
      </p:sp>
      <p:sp>
        <p:nvSpPr>
          <p:cNvPr id="454" name="Google Shape;454;p37"/>
          <p:cNvSpPr/>
          <p:nvPr/>
        </p:nvSpPr>
        <p:spPr>
          <a:xfrm>
            <a:off x="1470275" y="1457475"/>
            <a:ext cx="2118600" cy="5835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Oxanium Medium"/>
                <a:ea typeface="Oxanium Medium"/>
                <a:cs typeface="Oxanium Medium"/>
                <a:sym typeface="Oxanium Medium"/>
              </a:rPr>
              <a:t>Simplicity</a:t>
            </a:r>
            <a:endParaRPr sz="2400">
              <a:latin typeface="Oxanium Medium"/>
              <a:ea typeface="Oxanium Medium"/>
              <a:cs typeface="Oxanium Medium"/>
              <a:sym typeface="Oxanium Medium"/>
            </a:endParaRPr>
          </a:p>
        </p:txBody>
      </p:sp>
      <p:cxnSp>
        <p:nvCxnSpPr>
          <p:cNvPr id="455" name="Google Shape;455;p37"/>
          <p:cNvCxnSpPr/>
          <p:nvPr/>
        </p:nvCxnSpPr>
        <p:spPr>
          <a:xfrm>
            <a:off x="3467840" y="1749225"/>
            <a:ext cx="298200" cy="0"/>
          </a:xfrm>
          <a:prstGeom prst="straightConnector1">
            <a:avLst/>
          </a:prstGeom>
          <a:noFill/>
          <a:ln cap="flat" cmpd="sng" w="9525">
            <a:solidFill>
              <a:schemeClr val="dk1"/>
            </a:solidFill>
            <a:prstDash val="solid"/>
            <a:round/>
            <a:headEnd len="med" w="med" type="none"/>
            <a:tailEnd len="med" w="med" type="triangle"/>
          </a:ln>
        </p:spPr>
      </p:cxnSp>
      <p:sp>
        <p:nvSpPr>
          <p:cNvPr id="456" name="Google Shape;456;p37"/>
          <p:cNvSpPr/>
          <p:nvPr/>
        </p:nvSpPr>
        <p:spPr>
          <a:xfrm>
            <a:off x="1676250" y="2192225"/>
            <a:ext cx="2118600" cy="5835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Oxanium Medium"/>
                <a:ea typeface="Oxanium Medium"/>
                <a:cs typeface="Oxanium Medium"/>
                <a:sym typeface="Oxanium Medium"/>
              </a:rPr>
              <a:t>Reusability</a:t>
            </a:r>
            <a:endParaRPr sz="2400">
              <a:latin typeface="Oxanium Medium"/>
              <a:ea typeface="Oxanium Medium"/>
              <a:cs typeface="Oxanium Medium"/>
              <a:sym typeface="Oxanium Medium"/>
            </a:endParaRPr>
          </a:p>
        </p:txBody>
      </p:sp>
      <p:sp>
        <p:nvSpPr>
          <p:cNvPr id="457" name="Google Shape;457;p37"/>
          <p:cNvSpPr/>
          <p:nvPr/>
        </p:nvSpPr>
        <p:spPr>
          <a:xfrm>
            <a:off x="1470275" y="2926952"/>
            <a:ext cx="2118600" cy="5835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Oxanium Medium"/>
                <a:ea typeface="Oxanium Medium"/>
                <a:cs typeface="Oxanium Medium"/>
                <a:sym typeface="Oxanium Medium"/>
              </a:rPr>
              <a:t>Robustness</a:t>
            </a:r>
            <a:endParaRPr sz="2400">
              <a:latin typeface="Oxanium Medium"/>
              <a:ea typeface="Oxanium Medium"/>
              <a:cs typeface="Oxanium Medium"/>
              <a:sym typeface="Oxanium Medium"/>
            </a:endParaRPr>
          </a:p>
        </p:txBody>
      </p:sp>
      <p:sp>
        <p:nvSpPr>
          <p:cNvPr id="458" name="Google Shape;458;p37"/>
          <p:cNvSpPr/>
          <p:nvPr/>
        </p:nvSpPr>
        <p:spPr>
          <a:xfrm>
            <a:off x="1676250" y="3661702"/>
            <a:ext cx="2118600" cy="583500"/>
          </a:xfrm>
          <a:prstGeom prst="round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Oxanium Medium"/>
                <a:ea typeface="Oxanium Medium"/>
                <a:cs typeface="Oxanium Medium"/>
                <a:sym typeface="Oxanium Medium"/>
              </a:rPr>
              <a:t>Exporting</a:t>
            </a:r>
            <a:endParaRPr sz="2400">
              <a:latin typeface="Oxanium Medium"/>
              <a:ea typeface="Oxanium Medium"/>
              <a:cs typeface="Oxanium Medium"/>
              <a:sym typeface="Oxanium Medium"/>
            </a:endParaRPr>
          </a:p>
        </p:txBody>
      </p:sp>
      <p:sp>
        <p:nvSpPr>
          <p:cNvPr id="459" name="Google Shape;459;p37"/>
          <p:cNvSpPr/>
          <p:nvPr/>
        </p:nvSpPr>
        <p:spPr>
          <a:xfrm>
            <a:off x="3793675" y="1457475"/>
            <a:ext cx="4425000" cy="583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Poppins"/>
                <a:ea typeface="Poppins"/>
                <a:cs typeface="Poppins"/>
                <a:sym typeface="Poppins"/>
              </a:rPr>
              <a:t>Build an easy query language </a:t>
            </a:r>
            <a:r>
              <a:rPr lang="en">
                <a:solidFill>
                  <a:schemeClr val="dk1"/>
                </a:solidFill>
                <a:latin typeface="Poppins"/>
                <a:ea typeface="Poppins"/>
                <a:cs typeface="Poppins"/>
                <a:sym typeface="Poppins"/>
              </a:rPr>
              <a:t>with</a:t>
            </a:r>
            <a:r>
              <a:rPr lang="en">
                <a:solidFill>
                  <a:schemeClr val="dk1"/>
                </a:solidFill>
                <a:latin typeface="Poppins"/>
                <a:ea typeface="Poppins"/>
                <a:cs typeface="Poppins"/>
                <a:sym typeface="Poppins"/>
              </a:rPr>
              <a:t> a simplistic command suite for developers.</a:t>
            </a:r>
            <a:endParaRPr>
              <a:solidFill>
                <a:schemeClr val="dk1"/>
              </a:solidFill>
              <a:latin typeface="Poppins"/>
              <a:ea typeface="Poppins"/>
              <a:cs typeface="Poppins"/>
              <a:sym typeface="Poppins"/>
            </a:endParaRPr>
          </a:p>
        </p:txBody>
      </p:sp>
      <p:sp>
        <p:nvSpPr>
          <p:cNvPr id="460" name="Google Shape;460;p37"/>
          <p:cNvSpPr/>
          <p:nvPr/>
        </p:nvSpPr>
        <p:spPr>
          <a:xfrm>
            <a:off x="4005750" y="2192225"/>
            <a:ext cx="4425000" cy="583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Poppins"/>
                <a:ea typeface="Poppins"/>
                <a:cs typeface="Poppins"/>
                <a:sym typeface="Poppins"/>
              </a:rPr>
              <a:t>Design for common scrape design patterns developers might use.</a:t>
            </a:r>
            <a:endParaRPr>
              <a:solidFill>
                <a:schemeClr val="dk1"/>
              </a:solidFill>
              <a:latin typeface="Poppins"/>
              <a:ea typeface="Poppins"/>
              <a:cs typeface="Poppins"/>
              <a:sym typeface="Poppins"/>
            </a:endParaRPr>
          </a:p>
        </p:txBody>
      </p:sp>
      <p:sp>
        <p:nvSpPr>
          <p:cNvPr id="461" name="Google Shape;461;p37"/>
          <p:cNvSpPr/>
          <p:nvPr/>
        </p:nvSpPr>
        <p:spPr>
          <a:xfrm>
            <a:off x="3793675" y="2926952"/>
            <a:ext cx="4425000" cy="583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Poppins"/>
                <a:ea typeface="Poppins"/>
                <a:cs typeface="Poppins"/>
                <a:sym typeface="Poppins"/>
              </a:rPr>
              <a:t>Favor scraping on logic rather than rigid commands (xpath).</a:t>
            </a:r>
            <a:endParaRPr>
              <a:solidFill>
                <a:schemeClr val="dk1"/>
              </a:solidFill>
              <a:latin typeface="Poppins"/>
              <a:ea typeface="Poppins"/>
              <a:cs typeface="Poppins"/>
              <a:sym typeface="Poppins"/>
            </a:endParaRPr>
          </a:p>
        </p:txBody>
      </p:sp>
      <p:sp>
        <p:nvSpPr>
          <p:cNvPr id="462" name="Google Shape;462;p37"/>
          <p:cNvSpPr/>
          <p:nvPr/>
        </p:nvSpPr>
        <p:spPr>
          <a:xfrm>
            <a:off x="4005750" y="3661702"/>
            <a:ext cx="4425000" cy="583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Poppins"/>
                <a:ea typeface="Poppins"/>
                <a:cs typeface="Poppins"/>
                <a:sym typeface="Poppins"/>
              </a:rPr>
              <a:t>Built in saving to common data file types.</a:t>
            </a:r>
            <a:endParaRPr>
              <a:solidFill>
                <a:schemeClr val="dk1"/>
              </a:solidFill>
              <a:latin typeface="Poppins"/>
              <a:ea typeface="Poppins"/>
              <a:cs typeface="Poppins"/>
              <a:sym typeface="Poppins"/>
            </a:endParaRPr>
          </a:p>
        </p:txBody>
      </p:sp>
      <p:cxnSp>
        <p:nvCxnSpPr>
          <p:cNvPr id="463" name="Google Shape;463;p37"/>
          <p:cNvCxnSpPr/>
          <p:nvPr/>
        </p:nvCxnSpPr>
        <p:spPr>
          <a:xfrm>
            <a:off x="3674115" y="2483904"/>
            <a:ext cx="298200" cy="0"/>
          </a:xfrm>
          <a:prstGeom prst="straightConnector1">
            <a:avLst/>
          </a:prstGeom>
          <a:noFill/>
          <a:ln cap="flat" cmpd="sng" w="9525">
            <a:solidFill>
              <a:schemeClr val="dk1"/>
            </a:solidFill>
            <a:prstDash val="solid"/>
            <a:round/>
            <a:headEnd len="med" w="med" type="none"/>
            <a:tailEnd len="med" w="med" type="triangle"/>
          </a:ln>
        </p:spPr>
      </p:cxnSp>
      <p:cxnSp>
        <p:nvCxnSpPr>
          <p:cNvPr id="464" name="Google Shape;464;p37"/>
          <p:cNvCxnSpPr/>
          <p:nvPr/>
        </p:nvCxnSpPr>
        <p:spPr>
          <a:xfrm>
            <a:off x="3467840" y="3218553"/>
            <a:ext cx="298200" cy="0"/>
          </a:xfrm>
          <a:prstGeom prst="straightConnector1">
            <a:avLst/>
          </a:prstGeom>
          <a:noFill/>
          <a:ln cap="flat" cmpd="sng" w="9525">
            <a:solidFill>
              <a:schemeClr val="dk1"/>
            </a:solidFill>
            <a:prstDash val="solid"/>
            <a:round/>
            <a:headEnd len="med" w="med" type="none"/>
            <a:tailEnd len="med" w="med" type="triangle"/>
          </a:ln>
        </p:spPr>
      </p:cxnSp>
      <p:cxnSp>
        <p:nvCxnSpPr>
          <p:cNvPr id="465" name="Google Shape;465;p37"/>
          <p:cNvCxnSpPr/>
          <p:nvPr/>
        </p:nvCxnSpPr>
        <p:spPr>
          <a:xfrm>
            <a:off x="3674115" y="3953245"/>
            <a:ext cx="298200" cy="0"/>
          </a:xfrm>
          <a:prstGeom prst="straightConnector1">
            <a:avLst/>
          </a:prstGeom>
          <a:noFill/>
          <a:ln cap="flat" cmpd="sng" w="9525">
            <a:solidFill>
              <a:schemeClr val="dk1"/>
            </a:solidFill>
            <a:prstDash val="solid"/>
            <a:round/>
            <a:headEnd len="med" w="med" type="none"/>
            <a:tailEnd len="med" w="med" type="triangle"/>
          </a:ln>
        </p:spPr>
      </p:cxnSp>
      <p:sp>
        <p:nvSpPr>
          <p:cNvPr id="466" name="Google Shape;466;p37"/>
          <p:cNvSpPr/>
          <p:nvPr/>
        </p:nvSpPr>
        <p:spPr>
          <a:xfrm>
            <a:off x="720000" y="1457475"/>
            <a:ext cx="585300" cy="5835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latin typeface="Oxanium Medium"/>
              <a:ea typeface="Oxanium Medium"/>
              <a:cs typeface="Oxanium Medium"/>
              <a:sym typeface="Oxanium Medium"/>
            </a:endParaRPr>
          </a:p>
        </p:txBody>
      </p:sp>
      <p:sp>
        <p:nvSpPr>
          <p:cNvPr id="467" name="Google Shape;467;p37"/>
          <p:cNvSpPr/>
          <p:nvPr/>
        </p:nvSpPr>
        <p:spPr>
          <a:xfrm>
            <a:off x="923304" y="2192150"/>
            <a:ext cx="585300" cy="5835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latin typeface="Oxanium Medium"/>
              <a:ea typeface="Oxanium Medium"/>
              <a:cs typeface="Oxanium Medium"/>
              <a:sym typeface="Oxanium Medium"/>
            </a:endParaRPr>
          </a:p>
        </p:txBody>
      </p:sp>
      <p:sp>
        <p:nvSpPr>
          <p:cNvPr id="468" name="Google Shape;468;p37"/>
          <p:cNvSpPr/>
          <p:nvPr/>
        </p:nvSpPr>
        <p:spPr>
          <a:xfrm>
            <a:off x="720000" y="2926825"/>
            <a:ext cx="585300" cy="5835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latin typeface="Oxanium Medium"/>
              <a:ea typeface="Oxanium Medium"/>
              <a:cs typeface="Oxanium Medium"/>
              <a:sym typeface="Oxanium Medium"/>
            </a:endParaRPr>
          </a:p>
        </p:txBody>
      </p:sp>
      <p:sp>
        <p:nvSpPr>
          <p:cNvPr id="469" name="Google Shape;469;p37"/>
          <p:cNvSpPr/>
          <p:nvPr/>
        </p:nvSpPr>
        <p:spPr>
          <a:xfrm>
            <a:off x="923304" y="3661500"/>
            <a:ext cx="585300" cy="583500"/>
          </a:xfrm>
          <a:prstGeom prst="round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latin typeface="Oxanium Medium"/>
              <a:ea typeface="Oxanium Medium"/>
              <a:cs typeface="Oxanium Medium"/>
              <a:sym typeface="Oxanium Medium"/>
            </a:endParaRPr>
          </a:p>
        </p:txBody>
      </p:sp>
      <p:grpSp>
        <p:nvGrpSpPr>
          <p:cNvPr id="470" name="Google Shape;470;p37"/>
          <p:cNvGrpSpPr/>
          <p:nvPr/>
        </p:nvGrpSpPr>
        <p:grpSpPr>
          <a:xfrm>
            <a:off x="1023759" y="2365243"/>
            <a:ext cx="384389" cy="237298"/>
            <a:chOff x="9478594" y="4732981"/>
            <a:chExt cx="493123" cy="304423"/>
          </a:xfrm>
        </p:grpSpPr>
        <p:sp>
          <p:nvSpPr>
            <p:cNvPr id="471" name="Google Shape;471;p37"/>
            <p:cNvSpPr/>
            <p:nvPr/>
          </p:nvSpPr>
          <p:spPr>
            <a:xfrm>
              <a:off x="9525319" y="4929225"/>
              <a:ext cx="130374" cy="14449"/>
            </a:xfrm>
            <a:custGeom>
              <a:rect b="b" l="l" r="r" t="t"/>
              <a:pathLst>
                <a:path extrusionOk="0" h="14449" w="130374">
                  <a:moveTo>
                    <a:pt x="123150" y="0"/>
                  </a:moveTo>
                  <a:lnTo>
                    <a:pt x="7225" y="0"/>
                  </a:lnTo>
                  <a:cubicBezTo>
                    <a:pt x="3234" y="0"/>
                    <a:pt x="0" y="3234"/>
                    <a:pt x="0" y="7225"/>
                  </a:cubicBezTo>
                  <a:cubicBezTo>
                    <a:pt x="0" y="11215"/>
                    <a:pt x="3234" y="14449"/>
                    <a:pt x="7225" y="14449"/>
                  </a:cubicBezTo>
                  <a:lnTo>
                    <a:pt x="123150" y="14449"/>
                  </a:lnTo>
                  <a:cubicBezTo>
                    <a:pt x="127141" y="14449"/>
                    <a:pt x="130375" y="11215"/>
                    <a:pt x="130375" y="7225"/>
                  </a:cubicBezTo>
                  <a:cubicBezTo>
                    <a:pt x="130375" y="3234"/>
                    <a:pt x="127140" y="0"/>
                    <a:pt x="12315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2" name="Google Shape;472;p37"/>
            <p:cNvSpPr/>
            <p:nvPr/>
          </p:nvSpPr>
          <p:spPr>
            <a:xfrm>
              <a:off x="9525319" y="4957802"/>
              <a:ext cx="130374" cy="14449"/>
            </a:xfrm>
            <a:custGeom>
              <a:rect b="b" l="l" r="r" t="t"/>
              <a:pathLst>
                <a:path extrusionOk="0" h="14449" w="130374">
                  <a:moveTo>
                    <a:pt x="123150" y="0"/>
                  </a:moveTo>
                  <a:lnTo>
                    <a:pt x="7225" y="0"/>
                  </a:lnTo>
                  <a:cubicBezTo>
                    <a:pt x="3234" y="0"/>
                    <a:pt x="0" y="3234"/>
                    <a:pt x="0" y="7225"/>
                  </a:cubicBezTo>
                  <a:cubicBezTo>
                    <a:pt x="0" y="11216"/>
                    <a:pt x="3234" y="14449"/>
                    <a:pt x="7225" y="14449"/>
                  </a:cubicBezTo>
                  <a:lnTo>
                    <a:pt x="123150" y="14449"/>
                  </a:lnTo>
                  <a:cubicBezTo>
                    <a:pt x="127141" y="14449"/>
                    <a:pt x="130375" y="11216"/>
                    <a:pt x="130375" y="7225"/>
                  </a:cubicBezTo>
                  <a:cubicBezTo>
                    <a:pt x="130375" y="3234"/>
                    <a:pt x="127140" y="0"/>
                    <a:pt x="12315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3" name="Google Shape;473;p37"/>
            <p:cNvSpPr/>
            <p:nvPr/>
          </p:nvSpPr>
          <p:spPr>
            <a:xfrm>
              <a:off x="9525319" y="4986380"/>
              <a:ext cx="130374" cy="14449"/>
            </a:xfrm>
            <a:custGeom>
              <a:rect b="b" l="l" r="r" t="t"/>
              <a:pathLst>
                <a:path extrusionOk="0" h="14449" w="130374">
                  <a:moveTo>
                    <a:pt x="123150" y="0"/>
                  </a:moveTo>
                  <a:lnTo>
                    <a:pt x="7225" y="0"/>
                  </a:lnTo>
                  <a:cubicBezTo>
                    <a:pt x="3234" y="0"/>
                    <a:pt x="0" y="3234"/>
                    <a:pt x="0" y="7225"/>
                  </a:cubicBezTo>
                  <a:cubicBezTo>
                    <a:pt x="0" y="11216"/>
                    <a:pt x="3234" y="14449"/>
                    <a:pt x="7225" y="14449"/>
                  </a:cubicBezTo>
                  <a:lnTo>
                    <a:pt x="123150" y="14449"/>
                  </a:lnTo>
                  <a:cubicBezTo>
                    <a:pt x="127141" y="14449"/>
                    <a:pt x="130375" y="11216"/>
                    <a:pt x="130375" y="7225"/>
                  </a:cubicBezTo>
                  <a:cubicBezTo>
                    <a:pt x="130375" y="3234"/>
                    <a:pt x="127140" y="0"/>
                    <a:pt x="12315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4" name="Google Shape;474;p37"/>
            <p:cNvSpPr/>
            <p:nvPr/>
          </p:nvSpPr>
          <p:spPr>
            <a:xfrm>
              <a:off x="9795120" y="4929225"/>
              <a:ext cx="130375" cy="14449"/>
            </a:xfrm>
            <a:custGeom>
              <a:rect b="b" l="l" r="r" t="t"/>
              <a:pathLst>
                <a:path extrusionOk="0" h="14449" w="130375">
                  <a:moveTo>
                    <a:pt x="123151" y="0"/>
                  </a:moveTo>
                  <a:lnTo>
                    <a:pt x="7225" y="0"/>
                  </a:lnTo>
                  <a:cubicBezTo>
                    <a:pt x="3234" y="0"/>
                    <a:pt x="0" y="3234"/>
                    <a:pt x="0" y="7225"/>
                  </a:cubicBezTo>
                  <a:cubicBezTo>
                    <a:pt x="0" y="11215"/>
                    <a:pt x="3234" y="14449"/>
                    <a:pt x="7225" y="14449"/>
                  </a:cubicBezTo>
                  <a:lnTo>
                    <a:pt x="123151" y="14449"/>
                  </a:lnTo>
                  <a:cubicBezTo>
                    <a:pt x="127142" y="14449"/>
                    <a:pt x="130376" y="11215"/>
                    <a:pt x="130376" y="7225"/>
                  </a:cubicBezTo>
                  <a:cubicBezTo>
                    <a:pt x="130376" y="3234"/>
                    <a:pt x="127141" y="0"/>
                    <a:pt x="123151"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5" name="Google Shape;475;p37"/>
            <p:cNvSpPr/>
            <p:nvPr/>
          </p:nvSpPr>
          <p:spPr>
            <a:xfrm>
              <a:off x="9795120" y="4957802"/>
              <a:ext cx="130375" cy="14449"/>
            </a:xfrm>
            <a:custGeom>
              <a:rect b="b" l="l" r="r" t="t"/>
              <a:pathLst>
                <a:path extrusionOk="0" h="14449" w="130375">
                  <a:moveTo>
                    <a:pt x="123151" y="0"/>
                  </a:moveTo>
                  <a:lnTo>
                    <a:pt x="7225" y="0"/>
                  </a:lnTo>
                  <a:cubicBezTo>
                    <a:pt x="3234" y="0"/>
                    <a:pt x="0" y="3234"/>
                    <a:pt x="0" y="7225"/>
                  </a:cubicBezTo>
                  <a:cubicBezTo>
                    <a:pt x="0" y="11216"/>
                    <a:pt x="3234" y="14449"/>
                    <a:pt x="7225" y="14449"/>
                  </a:cubicBezTo>
                  <a:lnTo>
                    <a:pt x="123151" y="14449"/>
                  </a:lnTo>
                  <a:cubicBezTo>
                    <a:pt x="127142" y="14449"/>
                    <a:pt x="130376" y="11216"/>
                    <a:pt x="130376" y="7225"/>
                  </a:cubicBezTo>
                  <a:cubicBezTo>
                    <a:pt x="130376" y="3234"/>
                    <a:pt x="127141" y="0"/>
                    <a:pt x="123151"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6" name="Google Shape;476;p37"/>
            <p:cNvSpPr/>
            <p:nvPr/>
          </p:nvSpPr>
          <p:spPr>
            <a:xfrm>
              <a:off x="9795120" y="4986380"/>
              <a:ext cx="130375" cy="14449"/>
            </a:xfrm>
            <a:custGeom>
              <a:rect b="b" l="l" r="r" t="t"/>
              <a:pathLst>
                <a:path extrusionOk="0" h="14449" w="130375">
                  <a:moveTo>
                    <a:pt x="123151" y="0"/>
                  </a:moveTo>
                  <a:lnTo>
                    <a:pt x="7225" y="0"/>
                  </a:lnTo>
                  <a:cubicBezTo>
                    <a:pt x="3234" y="0"/>
                    <a:pt x="0" y="3234"/>
                    <a:pt x="0" y="7225"/>
                  </a:cubicBezTo>
                  <a:cubicBezTo>
                    <a:pt x="0" y="11216"/>
                    <a:pt x="3234" y="14449"/>
                    <a:pt x="7225" y="14449"/>
                  </a:cubicBezTo>
                  <a:lnTo>
                    <a:pt x="123151" y="14449"/>
                  </a:lnTo>
                  <a:cubicBezTo>
                    <a:pt x="127142" y="14449"/>
                    <a:pt x="130376" y="11216"/>
                    <a:pt x="130376" y="7225"/>
                  </a:cubicBezTo>
                  <a:cubicBezTo>
                    <a:pt x="130376" y="3234"/>
                    <a:pt x="127141" y="0"/>
                    <a:pt x="123151"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7" name="Google Shape;477;p37"/>
            <p:cNvSpPr/>
            <p:nvPr/>
          </p:nvSpPr>
          <p:spPr>
            <a:xfrm>
              <a:off x="9478594" y="4732981"/>
              <a:ext cx="493123" cy="304423"/>
            </a:xfrm>
            <a:custGeom>
              <a:rect b="b" l="l" r="r" t="t"/>
              <a:pathLst>
                <a:path extrusionOk="0" h="304423" w="493123">
                  <a:moveTo>
                    <a:pt x="485899" y="153232"/>
                  </a:moveTo>
                  <a:cubicBezTo>
                    <a:pt x="489890" y="153232"/>
                    <a:pt x="493124" y="149999"/>
                    <a:pt x="493124" y="146008"/>
                  </a:cubicBezTo>
                  <a:lnTo>
                    <a:pt x="493124" y="70010"/>
                  </a:lnTo>
                  <a:cubicBezTo>
                    <a:pt x="493124" y="68199"/>
                    <a:pt x="492424" y="66316"/>
                    <a:pt x="491009" y="64901"/>
                  </a:cubicBezTo>
                  <a:lnTo>
                    <a:pt x="428224" y="2115"/>
                  </a:lnTo>
                  <a:cubicBezTo>
                    <a:pt x="426937" y="829"/>
                    <a:pt x="425075" y="0"/>
                    <a:pt x="423114" y="0"/>
                  </a:cubicBezTo>
                  <a:lnTo>
                    <a:pt x="286913" y="0"/>
                  </a:lnTo>
                  <a:cubicBezTo>
                    <a:pt x="277201" y="0"/>
                    <a:pt x="269299" y="7902"/>
                    <a:pt x="269299" y="17614"/>
                  </a:cubicBezTo>
                  <a:lnTo>
                    <a:pt x="269299" y="115662"/>
                  </a:lnTo>
                  <a:lnTo>
                    <a:pt x="259902" y="109705"/>
                  </a:lnTo>
                  <a:cubicBezTo>
                    <a:pt x="250965" y="104035"/>
                    <a:pt x="239252" y="110472"/>
                    <a:pt x="239252" y="121062"/>
                  </a:cubicBezTo>
                  <a:lnTo>
                    <a:pt x="239252" y="133987"/>
                  </a:lnTo>
                  <a:lnTo>
                    <a:pt x="223826" y="133987"/>
                  </a:lnTo>
                  <a:lnTo>
                    <a:pt x="223826" y="70010"/>
                  </a:lnTo>
                  <a:cubicBezTo>
                    <a:pt x="223826" y="68199"/>
                    <a:pt x="223125" y="66316"/>
                    <a:pt x="221710" y="64901"/>
                  </a:cubicBezTo>
                  <a:lnTo>
                    <a:pt x="158924" y="2115"/>
                  </a:lnTo>
                  <a:cubicBezTo>
                    <a:pt x="157653" y="845"/>
                    <a:pt x="155811" y="0"/>
                    <a:pt x="153815" y="0"/>
                  </a:cubicBezTo>
                  <a:lnTo>
                    <a:pt x="103879" y="0"/>
                  </a:lnTo>
                  <a:cubicBezTo>
                    <a:pt x="99888" y="0"/>
                    <a:pt x="96654" y="3234"/>
                    <a:pt x="96654" y="7225"/>
                  </a:cubicBezTo>
                  <a:cubicBezTo>
                    <a:pt x="96654" y="11216"/>
                    <a:pt x="99888" y="14449"/>
                    <a:pt x="103879" y="14449"/>
                  </a:cubicBezTo>
                  <a:lnTo>
                    <a:pt x="146591" y="14449"/>
                  </a:lnTo>
                  <a:lnTo>
                    <a:pt x="146591" y="59621"/>
                  </a:lnTo>
                  <a:cubicBezTo>
                    <a:pt x="146591" y="69333"/>
                    <a:pt x="154492" y="77235"/>
                    <a:pt x="164204" y="77235"/>
                  </a:cubicBezTo>
                  <a:lnTo>
                    <a:pt x="209376" y="77235"/>
                  </a:lnTo>
                  <a:lnTo>
                    <a:pt x="209376" y="133987"/>
                  </a:lnTo>
                  <a:lnTo>
                    <a:pt x="186690" y="133987"/>
                  </a:lnTo>
                  <a:cubicBezTo>
                    <a:pt x="179150" y="133987"/>
                    <a:pt x="173016" y="140121"/>
                    <a:pt x="173016" y="147662"/>
                  </a:cubicBezTo>
                  <a:lnTo>
                    <a:pt x="173016" y="168396"/>
                  </a:lnTo>
                  <a:cubicBezTo>
                    <a:pt x="173016" y="175937"/>
                    <a:pt x="179150" y="182071"/>
                    <a:pt x="186690" y="182071"/>
                  </a:cubicBezTo>
                  <a:lnTo>
                    <a:pt x="209376" y="182071"/>
                  </a:lnTo>
                  <a:lnTo>
                    <a:pt x="209376" y="286809"/>
                  </a:lnTo>
                  <a:cubicBezTo>
                    <a:pt x="209376" y="288554"/>
                    <a:pt x="207956" y="289973"/>
                    <a:pt x="206212" y="289973"/>
                  </a:cubicBezTo>
                  <a:lnTo>
                    <a:pt x="17613" y="289973"/>
                  </a:lnTo>
                  <a:cubicBezTo>
                    <a:pt x="15868" y="289973"/>
                    <a:pt x="14449" y="288553"/>
                    <a:pt x="14449" y="286809"/>
                  </a:cubicBezTo>
                  <a:lnTo>
                    <a:pt x="14449" y="17614"/>
                  </a:lnTo>
                  <a:cubicBezTo>
                    <a:pt x="14449" y="15868"/>
                    <a:pt x="15869" y="14449"/>
                    <a:pt x="17613" y="14449"/>
                  </a:cubicBezTo>
                  <a:lnTo>
                    <a:pt x="70164" y="14449"/>
                  </a:lnTo>
                  <a:cubicBezTo>
                    <a:pt x="74155" y="14449"/>
                    <a:pt x="77388" y="11216"/>
                    <a:pt x="77388" y="7225"/>
                  </a:cubicBezTo>
                  <a:cubicBezTo>
                    <a:pt x="77388" y="3234"/>
                    <a:pt x="74155" y="0"/>
                    <a:pt x="70164" y="0"/>
                  </a:cubicBezTo>
                  <a:lnTo>
                    <a:pt x="17613" y="0"/>
                  </a:lnTo>
                  <a:cubicBezTo>
                    <a:pt x="7901" y="0"/>
                    <a:pt x="0" y="7902"/>
                    <a:pt x="0" y="17614"/>
                  </a:cubicBezTo>
                  <a:lnTo>
                    <a:pt x="0" y="286810"/>
                  </a:lnTo>
                  <a:cubicBezTo>
                    <a:pt x="0" y="296522"/>
                    <a:pt x="7901" y="304424"/>
                    <a:pt x="17613" y="304424"/>
                  </a:cubicBezTo>
                  <a:lnTo>
                    <a:pt x="206211" y="304424"/>
                  </a:lnTo>
                  <a:cubicBezTo>
                    <a:pt x="215923" y="304424"/>
                    <a:pt x="223825" y="296522"/>
                    <a:pt x="223825" y="286810"/>
                  </a:cubicBezTo>
                  <a:lnTo>
                    <a:pt x="223825" y="182072"/>
                  </a:lnTo>
                  <a:lnTo>
                    <a:pt x="239251" y="182072"/>
                  </a:lnTo>
                  <a:lnTo>
                    <a:pt x="239251" y="194997"/>
                  </a:lnTo>
                  <a:cubicBezTo>
                    <a:pt x="239251" y="205641"/>
                    <a:pt x="251017" y="211988"/>
                    <a:pt x="259901" y="206355"/>
                  </a:cubicBezTo>
                  <a:lnTo>
                    <a:pt x="269299" y="200397"/>
                  </a:lnTo>
                  <a:lnTo>
                    <a:pt x="269299" y="286810"/>
                  </a:lnTo>
                  <a:cubicBezTo>
                    <a:pt x="269299" y="296522"/>
                    <a:pt x="277201" y="304424"/>
                    <a:pt x="286913" y="304424"/>
                  </a:cubicBezTo>
                  <a:lnTo>
                    <a:pt x="475511" y="304424"/>
                  </a:lnTo>
                  <a:cubicBezTo>
                    <a:pt x="485223" y="304424"/>
                    <a:pt x="493124" y="296522"/>
                    <a:pt x="493124" y="286810"/>
                  </a:cubicBezTo>
                  <a:lnTo>
                    <a:pt x="493124" y="179722"/>
                  </a:lnTo>
                  <a:cubicBezTo>
                    <a:pt x="493124" y="175731"/>
                    <a:pt x="489890" y="172497"/>
                    <a:pt x="485899" y="172497"/>
                  </a:cubicBezTo>
                  <a:cubicBezTo>
                    <a:pt x="481908" y="172497"/>
                    <a:pt x="478675" y="175731"/>
                    <a:pt x="478675" y="179722"/>
                  </a:cubicBezTo>
                  <a:lnTo>
                    <a:pt x="478675" y="286810"/>
                  </a:lnTo>
                  <a:cubicBezTo>
                    <a:pt x="478675" y="288555"/>
                    <a:pt x="477255" y="289974"/>
                    <a:pt x="475511" y="289974"/>
                  </a:cubicBezTo>
                  <a:lnTo>
                    <a:pt x="286913" y="289974"/>
                  </a:lnTo>
                  <a:cubicBezTo>
                    <a:pt x="285167" y="289974"/>
                    <a:pt x="283749" y="288554"/>
                    <a:pt x="283749" y="286810"/>
                  </a:cubicBezTo>
                  <a:lnTo>
                    <a:pt x="283749" y="191236"/>
                  </a:lnTo>
                  <a:lnTo>
                    <a:pt x="318211" y="169387"/>
                  </a:lnTo>
                  <a:cubicBezTo>
                    <a:pt x="326544" y="164105"/>
                    <a:pt x="326535" y="151946"/>
                    <a:pt x="318211" y="146670"/>
                  </a:cubicBezTo>
                  <a:lnTo>
                    <a:pt x="283749" y="124822"/>
                  </a:lnTo>
                  <a:lnTo>
                    <a:pt x="283749" y="17614"/>
                  </a:lnTo>
                  <a:cubicBezTo>
                    <a:pt x="283749" y="15868"/>
                    <a:pt x="285168" y="14449"/>
                    <a:pt x="286913" y="14449"/>
                  </a:cubicBezTo>
                  <a:lnTo>
                    <a:pt x="415891" y="14449"/>
                  </a:lnTo>
                  <a:lnTo>
                    <a:pt x="415891" y="59621"/>
                  </a:lnTo>
                  <a:cubicBezTo>
                    <a:pt x="415891" y="69333"/>
                    <a:pt x="423792" y="77235"/>
                    <a:pt x="433503" y="77235"/>
                  </a:cubicBezTo>
                  <a:lnTo>
                    <a:pt x="478676" y="77235"/>
                  </a:lnTo>
                  <a:lnTo>
                    <a:pt x="478676" y="146008"/>
                  </a:lnTo>
                  <a:cubicBezTo>
                    <a:pt x="478675" y="149998"/>
                    <a:pt x="481908" y="153232"/>
                    <a:pt x="485899" y="153232"/>
                  </a:cubicBezTo>
                  <a:close/>
                  <a:moveTo>
                    <a:pt x="164204" y="62786"/>
                  </a:moveTo>
                  <a:cubicBezTo>
                    <a:pt x="162459" y="62786"/>
                    <a:pt x="161040" y="61366"/>
                    <a:pt x="161040" y="59621"/>
                  </a:cubicBezTo>
                  <a:lnTo>
                    <a:pt x="161040" y="24667"/>
                  </a:lnTo>
                  <a:lnTo>
                    <a:pt x="199159" y="62786"/>
                  </a:lnTo>
                  <a:close/>
                  <a:moveTo>
                    <a:pt x="253700" y="193178"/>
                  </a:moveTo>
                  <a:lnTo>
                    <a:pt x="253700" y="179658"/>
                  </a:lnTo>
                  <a:cubicBezTo>
                    <a:pt x="253700" y="173021"/>
                    <a:pt x="248302" y="167623"/>
                    <a:pt x="241665" y="167623"/>
                  </a:cubicBezTo>
                  <a:cubicBezTo>
                    <a:pt x="235437" y="167623"/>
                    <a:pt x="193913" y="167623"/>
                    <a:pt x="187465" y="167623"/>
                  </a:cubicBezTo>
                  <a:lnTo>
                    <a:pt x="187465" y="148436"/>
                  </a:lnTo>
                  <a:lnTo>
                    <a:pt x="241665" y="148436"/>
                  </a:lnTo>
                  <a:cubicBezTo>
                    <a:pt x="248302" y="148436"/>
                    <a:pt x="253700" y="143038"/>
                    <a:pt x="253700" y="136401"/>
                  </a:cubicBezTo>
                  <a:lnTo>
                    <a:pt x="253700" y="122882"/>
                  </a:lnTo>
                  <a:lnTo>
                    <a:pt x="309142" y="158030"/>
                  </a:lnTo>
                  <a:close/>
                  <a:moveTo>
                    <a:pt x="433503" y="62786"/>
                  </a:moveTo>
                  <a:cubicBezTo>
                    <a:pt x="431758" y="62786"/>
                    <a:pt x="430339" y="61366"/>
                    <a:pt x="430339" y="59621"/>
                  </a:cubicBezTo>
                  <a:lnTo>
                    <a:pt x="430339" y="24667"/>
                  </a:lnTo>
                  <a:cubicBezTo>
                    <a:pt x="434984" y="29312"/>
                    <a:pt x="463821" y="58149"/>
                    <a:pt x="468457" y="6278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78" name="Google Shape;478;p37"/>
          <p:cNvSpPr/>
          <p:nvPr/>
        </p:nvSpPr>
        <p:spPr>
          <a:xfrm>
            <a:off x="820302" y="3026811"/>
            <a:ext cx="384700" cy="383524"/>
          </a:xfrm>
          <a:custGeom>
            <a:rect b="b" l="l" r="r" t="t"/>
            <a:pathLst>
              <a:path extrusionOk="0" h="491697" w="493205">
                <a:moveTo>
                  <a:pt x="478156" y="354716"/>
                </a:moveTo>
                <a:lnTo>
                  <a:pt x="436983" y="354716"/>
                </a:lnTo>
                <a:lnTo>
                  <a:pt x="436983" y="321597"/>
                </a:lnTo>
                <a:cubicBezTo>
                  <a:pt x="436983" y="310793"/>
                  <a:pt x="428193" y="302003"/>
                  <a:pt x="417389" y="302003"/>
                </a:cubicBezTo>
                <a:lnTo>
                  <a:pt x="253827" y="302003"/>
                </a:lnTo>
                <a:lnTo>
                  <a:pt x="253827" y="263877"/>
                </a:lnTo>
                <a:cubicBezTo>
                  <a:pt x="277798" y="263340"/>
                  <a:pt x="300186" y="260151"/>
                  <a:pt x="317495" y="254743"/>
                </a:cubicBezTo>
                <a:cubicBezTo>
                  <a:pt x="345219" y="246081"/>
                  <a:pt x="351038" y="234533"/>
                  <a:pt x="351038" y="226370"/>
                </a:cubicBezTo>
                <a:cubicBezTo>
                  <a:pt x="351038" y="222630"/>
                  <a:pt x="351038" y="47185"/>
                  <a:pt x="351038" y="37604"/>
                </a:cubicBezTo>
                <a:cubicBezTo>
                  <a:pt x="351038" y="29441"/>
                  <a:pt x="345219" y="17893"/>
                  <a:pt x="317495" y="9232"/>
                </a:cubicBezTo>
                <a:cubicBezTo>
                  <a:pt x="278095" y="-3077"/>
                  <a:pt x="215109" y="-3077"/>
                  <a:pt x="175711" y="9232"/>
                </a:cubicBezTo>
                <a:cubicBezTo>
                  <a:pt x="147987" y="17893"/>
                  <a:pt x="142168" y="29441"/>
                  <a:pt x="142168" y="37604"/>
                </a:cubicBezTo>
                <a:lnTo>
                  <a:pt x="142168" y="226370"/>
                </a:lnTo>
                <a:cubicBezTo>
                  <a:pt x="142168" y="234533"/>
                  <a:pt x="147987" y="246081"/>
                  <a:pt x="175711" y="254743"/>
                </a:cubicBezTo>
                <a:cubicBezTo>
                  <a:pt x="193020" y="260151"/>
                  <a:pt x="215407" y="263340"/>
                  <a:pt x="239379" y="263877"/>
                </a:cubicBezTo>
                <a:lnTo>
                  <a:pt x="239379" y="302003"/>
                </a:lnTo>
                <a:lnTo>
                  <a:pt x="81357" y="302003"/>
                </a:lnTo>
                <a:cubicBezTo>
                  <a:pt x="70553" y="302003"/>
                  <a:pt x="61763" y="310793"/>
                  <a:pt x="61763" y="321597"/>
                </a:cubicBezTo>
                <a:lnTo>
                  <a:pt x="61763" y="354716"/>
                </a:lnTo>
                <a:lnTo>
                  <a:pt x="20590" y="354716"/>
                </a:lnTo>
                <a:cubicBezTo>
                  <a:pt x="12292" y="354716"/>
                  <a:pt x="5542" y="361467"/>
                  <a:pt x="5542" y="369764"/>
                </a:cubicBezTo>
                <a:lnTo>
                  <a:pt x="5542" y="385060"/>
                </a:lnTo>
                <a:cubicBezTo>
                  <a:pt x="2154" y="388016"/>
                  <a:pt x="0" y="392351"/>
                  <a:pt x="0" y="397188"/>
                </a:cubicBezTo>
                <a:lnTo>
                  <a:pt x="0" y="475590"/>
                </a:lnTo>
                <a:cubicBezTo>
                  <a:pt x="0" y="484472"/>
                  <a:pt x="7226" y="491698"/>
                  <a:pt x="16108" y="491698"/>
                </a:cubicBezTo>
                <a:lnTo>
                  <a:pt x="118550" y="491698"/>
                </a:lnTo>
                <a:cubicBezTo>
                  <a:pt x="127433" y="491698"/>
                  <a:pt x="134658" y="484472"/>
                  <a:pt x="134658" y="475590"/>
                </a:cubicBezTo>
                <a:cubicBezTo>
                  <a:pt x="134658" y="426269"/>
                  <a:pt x="134658" y="415913"/>
                  <a:pt x="134658" y="369764"/>
                </a:cubicBezTo>
                <a:cubicBezTo>
                  <a:pt x="134658" y="361467"/>
                  <a:pt x="127908" y="354716"/>
                  <a:pt x="119610" y="354716"/>
                </a:cubicBezTo>
                <a:lnTo>
                  <a:pt x="76212" y="354716"/>
                </a:lnTo>
                <a:lnTo>
                  <a:pt x="76212" y="321597"/>
                </a:lnTo>
                <a:cubicBezTo>
                  <a:pt x="76212" y="318761"/>
                  <a:pt x="78520" y="316453"/>
                  <a:pt x="81357" y="316453"/>
                </a:cubicBezTo>
                <a:lnTo>
                  <a:pt x="239378" y="316453"/>
                </a:lnTo>
                <a:lnTo>
                  <a:pt x="239378" y="354716"/>
                </a:lnTo>
                <a:lnTo>
                  <a:pt x="199863" y="354716"/>
                </a:lnTo>
                <a:cubicBezTo>
                  <a:pt x="191565" y="354716"/>
                  <a:pt x="184815" y="361467"/>
                  <a:pt x="184815" y="369764"/>
                </a:cubicBezTo>
                <a:lnTo>
                  <a:pt x="184815" y="385060"/>
                </a:lnTo>
                <a:cubicBezTo>
                  <a:pt x="181427" y="388016"/>
                  <a:pt x="179273" y="392351"/>
                  <a:pt x="179273" y="397188"/>
                </a:cubicBezTo>
                <a:lnTo>
                  <a:pt x="179273" y="475590"/>
                </a:lnTo>
                <a:cubicBezTo>
                  <a:pt x="179273" y="484472"/>
                  <a:pt x="186498" y="491698"/>
                  <a:pt x="195381" y="491698"/>
                </a:cubicBezTo>
                <a:lnTo>
                  <a:pt x="232515" y="491698"/>
                </a:lnTo>
                <a:cubicBezTo>
                  <a:pt x="236506" y="491698"/>
                  <a:pt x="239740" y="488464"/>
                  <a:pt x="239740" y="484473"/>
                </a:cubicBezTo>
                <a:cubicBezTo>
                  <a:pt x="239740" y="480482"/>
                  <a:pt x="236506" y="477249"/>
                  <a:pt x="232515" y="477249"/>
                </a:cubicBezTo>
                <a:lnTo>
                  <a:pt x="195381" y="477249"/>
                </a:lnTo>
                <a:cubicBezTo>
                  <a:pt x="194467" y="477249"/>
                  <a:pt x="193722" y="476505"/>
                  <a:pt x="193722" y="475590"/>
                </a:cubicBezTo>
                <a:lnTo>
                  <a:pt x="193722" y="397188"/>
                </a:lnTo>
                <a:cubicBezTo>
                  <a:pt x="193722" y="396504"/>
                  <a:pt x="194138" y="395917"/>
                  <a:pt x="194731" y="395663"/>
                </a:cubicBezTo>
                <a:cubicBezTo>
                  <a:pt x="194742" y="395658"/>
                  <a:pt x="194754" y="395657"/>
                  <a:pt x="194765" y="395652"/>
                </a:cubicBezTo>
                <a:cubicBezTo>
                  <a:pt x="194864" y="395612"/>
                  <a:pt x="194961" y="395583"/>
                  <a:pt x="195060" y="395563"/>
                </a:cubicBezTo>
                <a:cubicBezTo>
                  <a:pt x="195164" y="395543"/>
                  <a:pt x="195271" y="395530"/>
                  <a:pt x="195381" y="395530"/>
                </a:cubicBezTo>
                <a:lnTo>
                  <a:pt x="224492" y="395530"/>
                </a:lnTo>
                <a:cubicBezTo>
                  <a:pt x="225182" y="395530"/>
                  <a:pt x="225806" y="395965"/>
                  <a:pt x="226046" y="396611"/>
                </a:cubicBezTo>
                <a:lnTo>
                  <a:pt x="229372" y="405568"/>
                </a:lnTo>
                <a:cubicBezTo>
                  <a:pt x="231705" y="411848"/>
                  <a:pt x="237773" y="416067"/>
                  <a:pt x="244473" y="416067"/>
                </a:cubicBezTo>
                <a:lnTo>
                  <a:pt x="297823" y="416067"/>
                </a:lnTo>
                <a:cubicBezTo>
                  <a:pt x="298737" y="416067"/>
                  <a:pt x="299482" y="416810"/>
                  <a:pt x="299482" y="417725"/>
                </a:cubicBezTo>
                <a:lnTo>
                  <a:pt x="299482" y="475589"/>
                </a:lnTo>
                <a:cubicBezTo>
                  <a:pt x="299482" y="476503"/>
                  <a:pt x="298738" y="477248"/>
                  <a:pt x="297823" y="477248"/>
                </a:cubicBezTo>
                <a:lnTo>
                  <a:pt x="266230" y="477248"/>
                </a:lnTo>
                <a:cubicBezTo>
                  <a:pt x="262239" y="477248"/>
                  <a:pt x="259006" y="480481"/>
                  <a:pt x="259006" y="484472"/>
                </a:cubicBezTo>
                <a:cubicBezTo>
                  <a:pt x="259006" y="488463"/>
                  <a:pt x="262239" y="491697"/>
                  <a:pt x="266230" y="491697"/>
                </a:cubicBezTo>
                <a:lnTo>
                  <a:pt x="297823" y="491697"/>
                </a:lnTo>
                <a:cubicBezTo>
                  <a:pt x="306706" y="491697"/>
                  <a:pt x="313931" y="484471"/>
                  <a:pt x="313931" y="475589"/>
                </a:cubicBezTo>
                <a:cubicBezTo>
                  <a:pt x="313931" y="426268"/>
                  <a:pt x="313931" y="415912"/>
                  <a:pt x="313931" y="369763"/>
                </a:cubicBezTo>
                <a:cubicBezTo>
                  <a:pt x="313931" y="361466"/>
                  <a:pt x="307180" y="354715"/>
                  <a:pt x="298883" y="354715"/>
                </a:cubicBezTo>
                <a:lnTo>
                  <a:pt x="253828" y="354715"/>
                </a:lnTo>
                <a:lnTo>
                  <a:pt x="253828" y="316452"/>
                </a:lnTo>
                <a:lnTo>
                  <a:pt x="417390" y="316452"/>
                </a:lnTo>
                <a:cubicBezTo>
                  <a:pt x="420227" y="316452"/>
                  <a:pt x="422535" y="318760"/>
                  <a:pt x="422535" y="321596"/>
                </a:cubicBezTo>
                <a:lnTo>
                  <a:pt x="422535" y="354715"/>
                </a:lnTo>
                <a:lnTo>
                  <a:pt x="379138" y="354715"/>
                </a:lnTo>
                <a:cubicBezTo>
                  <a:pt x="370840" y="354715"/>
                  <a:pt x="364089" y="361466"/>
                  <a:pt x="364089" y="369763"/>
                </a:cubicBezTo>
                <a:lnTo>
                  <a:pt x="364089" y="385059"/>
                </a:lnTo>
                <a:cubicBezTo>
                  <a:pt x="360701" y="388015"/>
                  <a:pt x="358547" y="392350"/>
                  <a:pt x="358547" y="397187"/>
                </a:cubicBezTo>
                <a:lnTo>
                  <a:pt x="358547" y="475589"/>
                </a:lnTo>
                <a:cubicBezTo>
                  <a:pt x="358547" y="484471"/>
                  <a:pt x="365773" y="491697"/>
                  <a:pt x="374656" y="491697"/>
                </a:cubicBezTo>
                <a:lnTo>
                  <a:pt x="477098" y="491697"/>
                </a:lnTo>
                <a:cubicBezTo>
                  <a:pt x="485980" y="491697"/>
                  <a:pt x="493206" y="484471"/>
                  <a:pt x="493206" y="475589"/>
                </a:cubicBezTo>
                <a:lnTo>
                  <a:pt x="493206" y="464986"/>
                </a:lnTo>
                <a:cubicBezTo>
                  <a:pt x="493206" y="460995"/>
                  <a:pt x="489972" y="457761"/>
                  <a:pt x="485981" y="457761"/>
                </a:cubicBezTo>
                <a:cubicBezTo>
                  <a:pt x="481990" y="457761"/>
                  <a:pt x="478757" y="460995"/>
                  <a:pt x="478757" y="464986"/>
                </a:cubicBezTo>
                <a:lnTo>
                  <a:pt x="478757" y="475589"/>
                </a:lnTo>
                <a:cubicBezTo>
                  <a:pt x="478757" y="476503"/>
                  <a:pt x="478013" y="477248"/>
                  <a:pt x="477098" y="477248"/>
                </a:cubicBezTo>
                <a:lnTo>
                  <a:pt x="374655" y="477248"/>
                </a:lnTo>
                <a:cubicBezTo>
                  <a:pt x="373740" y="477248"/>
                  <a:pt x="372996" y="476504"/>
                  <a:pt x="372996" y="475589"/>
                </a:cubicBezTo>
                <a:lnTo>
                  <a:pt x="372996" y="397187"/>
                </a:lnTo>
                <a:cubicBezTo>
                  <a:pt x="372996" y="396503"/>
                  <a:pt x="373412" y="395916"/>
                  <a:pt x="374004" y="395662"/>
                </a:cubicBezTo>
                <a:cubicBezTo>
                  <a:pt x="374016" y="395658"/>
                  <a:pt x="374027" y="395656"/>
                  <a:pt x="374039" y="395651"/>
                </a:cubicBezTo>
                <a:cubicBezTo>
                  <a:pt x="374137" y="395611"/>
                  <a:pt x="374235" y="395582"/>
                  <a:pt x="374334" y="395562"/>
                </a:cubicBezTo>
                <a:cubicBezTo>
                  <a:pt x="374438" y="395542"/>
                  <a:pt x="374545" y="395529"/>
                  <a:pt x="374655" y="395529"/>
                </a:cubicBezTo>
                <a:lnTo>
                  <a:pt x="403766" y="395529"/>
                </a:lnTo>
                <a:cubicBezTo>
                  <a:pt x="404457" y="395529"/>
                  <a:pt x="405081" y="395964"/>
                  <a:pt x="405321" y="396609"/>
                </a:cubicBezTo>
                <a:lnTo>
                  <a:pt x="408647" y="405568"/>
                </a:lnTo>
                <a:cubicBezTo>
                  <a:pt x="410981" y="411847"/>
                  <a:pt x="417049" y="416066"/>
                  <a:pt x="423747" y="416066"/>
                </a:cubicBezTo>
                <a:lnTo>
                  <a:pt x="477097" y="416066"/>
                </a:lnTo>
                <a:cubicBezTo>
                  <a:pt x="478011" y="416066"/>
                  <a:pt x="478756" y="416809"/>
                  <a:pt x="478756" y="417724"/>
                </a:cubicBezTo>
                <a:lnTo>
                  <a:pt x="478756" y="431271"/>
                </a:lnTo>
                <a:cubicBezTo>
                  <a:pt x="478756" y="435262"/>
                  <a:pt x="481989" y="438496"/>
                  <a:pt x="485980" y="438496"/>
                </a:cubicBezTo>
                <a:cubicBezTo>
                  <a:pt x="489971" y="438496"/>
                  <a:pt x="493205" y="435262"/>
                  <a:pt x="493205" y="431271"/>
                </a:cubicBezTo>
                <a:lnTo>
                  <a:pt x="493205" y="417726"/>
                </a:lnTo>
                <a:lnTo>
                  <a:pt x="493205" y="369764"/>
                </a:lnTo>
                <a:cubicBezTo>
                  <a:pt x="493204" y="361466"/>
                  <a:pt x="486453" y="354716"/>
                  <a:pt x="478156" y="354716"/>
                </a:cubicBezTo>
                <a:close/>
                <a:moveTo>
                  <a:pt x="120208" y="475590"/>
                </a:moveTo>
                <a:cubicBezTo>
                  <a:pt x="120208" y="476504"/>
                  <a:pt x="119464" y="477249"/>
                  <a:pt x="118549" y="477249"/>
                </a:cubicBezTo>
                <a:lnTo>
                  <a:pt x="16108" y="477249"/>
                </a:lnTo>
                <a:cubicBezTo>
                  <a:pt x="15194" y="477249"/>
                  <a:pt x="14449" y="476505"/>
                  <a:pt x="14449" y="475590"/>
                </a:cubicBezTo>
                <a:lnTo>
                  <a:pt x="14449" y="397188"/>
                </a:lnTo>
                <a:cubicBezTo>
                  <a:pt x="14449" y="396504"/>
                  <a:pt x="14865" y="395917"/>
                  <a:pt x="15458" y="395663"/>
                </a:cubicBezTo>
                <a:cubicBezTo>
                  <a:pt x="15469" y="395658"/>
                  <a:pt x="15481" y="395657"/>
                  <a:pt x="15492" y="395652"/>
                </a:cubicBezTo>
                <a:cubicBezTo>
                  <a:pt x="15591" y="395612"/>
                  <a:pt x="15688" y="395583"/>
                  <a:pt x="15787" y="395563"/>
                </a:cubicBezTo>
                <a:cubicBezTo>
                  <a:pt x="15891" y="395543"/>
                  <a:pt x="15998" y="395530"/>
                  <a:pt x="16108" y="395530"/>
                </a:cubicBezTo>
                <a:lnTo>
                  <a:pt x="45219" y="395530"/>
                </a:lnTo>
                <a:cubicBezTo>
                  <a:pt x="45909" y="395530"/>
                  <a:pt x="46533" y="395965"/>
                  <a:pt x="46773" y="396611"/>
                </a:cubicBezTo>
                <a:lnTo>
                  <a:pt x="50099" y="405568"/>
                </a:lnTo>
                <a:cubicBezTo>
                  <a:pt x="52432" y="411848"/>
                  <a:pt x="58500" y="416067"/>
                  <a:pt x="65200" y="416067"/>
                </a:cubicBezTo>
                <a:lnTo>
                  <a:pt x="118550" y="416067"/>
                </a:lnTo>
                <a:cubicBezTo>
                  <a:pt x="119464" y="416067"/>
                  <a:pt x="120209" y="416810"/>
                  <a:pt x="120209" y="417725"/>
                </a:cubicBezTo>
                <a:lnTo>
                  <a:pt x="120209" y="475590"/>
                </a:lnTo>
                <a:close/>
                <a:moveTo>
                  <a:pt x="119609" y="369165"/>
                </a:moveTo>
                <a:cubicBezTo>
                  <a:pt x="119922" y="369165"/>
                  <a:pt x="120208" y="369450"/>
                  <a:pt x="120208" y="369764"/>
                </a:cubicBezTo>
                <a:lnTo>
                  <a:pt x="120208" y="401703"/>
                </a:lnTo>
                <a:cubicBezTo>
                  <a:pt x="120206" y="401703"/>
                  <a:pt x="120203" y="401703"/>
                  <a:pt x="120200" y="401703"/>
                </a:cubicBezTo>
                <a:cubicBezTo>
                  <a:pt x="119658" y="401647"/>
                  <a:pt x="119107" y="401618"/>
                  <a:pt x="118549" y="401618"/>
                </a:cubicBezTo>
                <a:lnTo>
                  <a:pt x="65200" y="401618"/>
                </a:lnTo>
                <a:cubicBezTo>
                  <a:pt x="64510" y="401618"/>
                  <a:pt x="63886" y="401184"/>
                  <a:pt x="63646" y="400538"/>
                </a:cubicBezTo>
                <a:lnTo>
                  <a:pt x="60320" y="391581"/>
                </a:lnTo>
                <a:cubicBezTo>
                  <a:pt x="60174" y="391189"/>
                  <a:pt x="60014" y="390804"/>
                  <a:pt x="59839" y="390428"/>
                </a:cubicBezTo>
                <a:cubicBezTo>
                  <a:pt x="57226" y="384790"/>
                  <a:pt x="51501" y="381080"/>
                  <a:pt x="45219" y="381080"/>
                </a:cubicBezTo>
                <a:lnTo>
                  <a:pt x="19991" y="381080"/>
                </a:lnTo>
                <a:lnTo>
                  <a:pt x="19991" y="369763"/>
                </a:lnTo>
                <a:cubicBezTo>
                  <a:pt x="19991" y="369449"/>
                  <a:pt x="20277" y="369164"/>
                  <a:pt x="20590" y="369164"/>
                </a:cubicBezTo>
                <a:lnTo>
                  <a:pt x="119609" y="369164"/>
                </a:lnTo>
                <a:close/>
                <a:moveTo>
                  <a:pt x="180018" y="23024"/>
                </a:moveTo>
                <a:cubicBezTo>
                  <a:pt x="216637" y="11584"/>
                  <a:pt x="276595" y="11592"/>
                  <a:pt x="313186" y="23024"/>
                </a:cubicBezTo>
                <a:cubicBezTo>
                  <a:pt x="331698" y="28807"/>
                  <a:pt x="336589" y="35090"/>
                  <a:pt x="336589" y="37604"/>
                </a:cubicBezTo>
                <a:cubicBezTo>
                  <a:pt x="336589" y="40118"/>
                  <a:pt x="331698" y="46401"/>
                  <a:pt x="313186" y="52184"/>
                </a:cubicBezTo>
                <a:cubicBezTo>
                  <a:pt x="276568" y="63624"/>
                  <a:pt x="216610" y="63617"/>
                  <a:pt x="180018" y="52184"/>
                </a:cubicBezTo>
                <a:cubicBezTo>
                  <a:pt x="161507" y="46401"/>
                  <a:pt x="156616" y="40118"/>
                  <a:pt x="156616" y="37604"/>
                </a:cubicBezTo>
                <a:cubicBezTo>
                  <a:pt x="156616" y="35090"/>
                  <a:pt x="161507" y="28807"/>
                  <a:pt x="180018" y="23024"/>
                </a:cubicBezTo>
                <a:close/>
                <a:moveTo>
                  <a:pt x="156616" y="57800"/>
                </a:moveTo>
                <a:cubicBezTo>
                  <a:pt x="162359" y="61261"/>
                  <a:pt x="169334" y="63984"/>
                  <a:pt x="175710" y="65976"/>
                </a:cubicBezTo>
                <a:cubicBezTo>
                  <a:pt x="215110" y="78285"/>
                  <a:pt x="278096" y="78285"/>
                  <a:pt x="317494" y="65976"/>
                </a:cubicBezTo>
                <a:cubicBezTo>
                  <a:pt x="323893" y="63976"/>
                  <a:pt x="330787" y="61295"/>
                  <a:pt x="336588" y="57800"/>
                </a:cubicBezTo>
                <a:lnTo>
                  <a:pt x="336588" y="84796"/>
                </a:lnTo>
                <a:cubicBezTo>
                  <a:pt x="336588" y="87311"/>
                  <a:pt x="331697" y="93593"/>
                  <a:pt x="313186" y="99377"/>
                </a:cubicBezTo>
                <a:cubicBezTo>
                  <a:pt x="276577" y="110815"/>
                  <a:pt x="216618" y="110813"/>
                  <a:pt x="180017" y="99377"/>
                </a:cubicBezTo>
                <a:cubicBezTo>
                  <a:pt x="161506" y="93593"/>
                  <a:pt x="156615" y="87311"/>
                  <a:pt x="156615" y="84796"/>
                </a:cubicBezTo>
                <a:lnTo>
                  <a:pt x="156615" y="57800"/>
                </a:lnTo>
                <a:close/>
                <a:moveTo>
                  <a:pt x="156616" y="104992"/>
                </a:moveTo>
                <a:cubicBezTo>
                  <a:pt x="161378" y="107859"/>
                  <a:pt x="167607" y="110636"/>
                  <a:pt x="175710" y="113167"/>
                </a:cubicBezTo>
                <a:cubicBezTo>
                  <a:pt x="215108" y="125477"/>
                  <a:pt x="278096" y="125477"/>
                  <a:pt x="317494" y="113167"/>
                </a:cubicBezTo>
                <a:cubicBezTo>
                  <a:pt x="325596" y="110636"/>
                  <a:pt x="331826" y="107859"/>
                  <a:pt x="336588" y="104992"/>
                </a:cubicBezTo>
                <a:lnTo>
                  <a:pt x="336588" y="131988"/>
                </a:lnTo>
                <a:cubicBezTo>
                  <a:pt x="336588" y="134502"/>
                  <a:pt x="331697" y="140784"/>
                  <a:pt x="313186" y="146568"/>
                </a:cubicBezTo>
                <a:cubicBezTo>
                  <a:pt x="276564" y="158009"/>
                  <a:pt x="216610" y="158000"/>
                  <a:pt x="180017" y="146568"/>
                </a:cubicBezTo>
                <a:cubicBezTo>
                  <a:pt x="161506" y="140784"/>
                  <a:pt x="156615" y="134502"/>
                  <a:pt x="156615" y="131988"/>
                </a:cubicBezTo>
                <a:lnTo>
                  <a:pt x="156615" y="104992"/>
                </a:lnTo>
                <a:close/>
                <a:moveTo>
                  <a:pt x="156616" y="152176"/>
                </a:moveTo>
                <a:cubicBezTo>
                  <a:pt x="161380" y="155046"/>
                  <a:pt x="167603" y="157827"/>
                  <a:pt x="175710" y="160359"/>
                </a:cubicBezTo>
                <a:cubicBezTo>
                  <a:pt x="215108" y="172669"/>
                  <a:pt x="278096" y="172669"/>
                  <a:pt x="317494" y="160359"/>
                </a:cubicBezTo>
                <a:cubicBezTo>
                  <a:pt x="325602" y="157826"/>
                  <a:pt x="331824" y="155046"/>
                  <a:pt x="336588" y="152176"/>
                </a:cubicBezTo>
                <a:lnTo>
                  <a:pt x="336588" y="179179"/>
                </a:lnTo>
                <a:cubicBezTo>
                  <a:pt x="336588" y="181693"/>
                  <a:pt x="331697" y="187976"/>
                  <a:pt x="313186" y="193759"/>
                </a:cubicBezTo>
                <a:cubicBezTo>
                  <a:pt x="276577" y="205197"/>
                  <a:pt x="216618" y="205195"/>
                  <a:pt x="180017" y="193759"/>
                </a:cubicBezTo>
                <a:cubicBezTo>
                  <a:pt x="161506" y="187976"/>
                  <a:pt x="156615" y="181693"/>
                  <a:pt x="156615" y="179179"/>
                </a:cubicBezTo>
                <a:lnTo>
                  <a:pt x="156615" y="152176"/>
                </a:lnTo>
                <a:close/>
                <a:moveTo>
                  <a:pt x="298882" y="369165"/>
                </a:moveTo>
                <a:cubicBezTo>
                  <a:pt x="299195" y="369165"/>
                  <a:pt x="299481" y="369450"/>
                  <a:pt x="299481" y="369764"/>
                </a:cubicBezTo>
                <a:lnTo>
                  <a:pt x="299481" y="401703"/>
                </a:lnTo>
                <a:cubicBezTo>
                  <a:pt x="299479" y="401703"/>
                  <a:pt x="299476" y="401703"/>
                  <a:pt x="299473" y="401703"/>
                </a:cubicBezTo>
                <a:cubicBezTo>
                  <a:pt x="298931" y="401647"/>
                  <a:pt x="298380" y="401618"/>
                  <a:pt x="297822" y="401618"/>
                </a:cubicBezTo>
                <a:lnTo>
                  <a:pt x="244472" y="401618"/>
                </a:lnTo>
                <a:cubicBezTo>
                  <a:pt x="243782" y="401618"/>
                  <a:pt x="243158" y="401184"/>
                  <a:pt x="242918" y="400538"/>
                </a:cubicBezTo>
                <a:lnTo>
                  <a:pt x="239592" y="391581"/>
                </a:lnTo>
                <a:cubicBezTo>
                  <a:pt x="239446" y="391189"/>
                  <a:pt x="239285" y="390804"/>
                  <a:pt x="239111" y="390428"/>
                </a:cubicBezTo>
                <a:cubicBezTo>
                  <a:pt x="236498" y="384790"/>
                  <a:pt x="230773" y="381080"/>
                  <a:pt x="224491" y="381080"/>
                </a:cubicBezTo>
                <a:lnTo>
                  <a:pt x="199264" y="381080"/>
                </a:lnTo>
                <a:lnTo>
                  <a:pt x="199264" y="369763"/>
                </a:lnTo>
                <a:cubicBezTo>
                  <a:pt x="199264" y="369449"/>
                  <a:pt x="199550" y="369164"/>
                  <a:pt x="199863" y="369164"/>
                </a:cubicBezTo>
                <a:lnTo>
                  <a:pt x="298882" y="369164"/>
                </a:lnTo>
                <a:close/>
                <a:moveTo>
                  <a:pt x="180018" y="240950"/>
                </a:moveTo>
                <a:cubicBezTo>
                  <a:pt x="161507" y="235168"/>
                  <a:pt x="156616" y="228885"/>
                  <a:pt x="156616" y="226370"/>
                </a:cubicBezTo>
                <a:lnTo>
                  <a:pt x="156616" y="199375"/>
                </a:lnTo>
                <a:cubicBezTo>
                  <a:pt x="161378" y="202244"/>
                  <a:pt x="167607" y="205019"/>
                  <a:pt x="175710" y="207550"/>
                </a:cubicBezTo>
                <a:cubicBezTo>
                  <a:pt x="215101" y="219859"/>
                  <a:pt x="278096" y="219861"/>
                  <a:pt x="317494" y="207550"/>
                </a:cubicBezTo>
                <a:cubicBezTo>
                  <a:pt x="325596" y="205019"/>
                  <a:pt x="331826" y="202243"/>
                  <a:pt x="336588" y="199375"/>
                </a:cubicBezTo>
                <a:lnTo>
                  <a:pt x="336588" y="226370"/>
                </a:lnTo>
                <a:cubicBezTo>
                  <a:pt x="336588" y="228884"/>
                  <a:pt x="331697" y="235168"/>
                  <a:pt x="313186" y="240950"/>
                </a:cubicBezTo>
                <a:cubicBezTo>
                  <a:pt x="276578" y="252388"/>
                  <a:pt x="216619" y="252386"/>
                  <a:pt x="180018" y="240950"/>
                </a:cubicBezTo>
                <a:close/>
                <a:moveTo>
                  <a:pt x="478755" y="401703"/>
                </a:moveTo>
                <a:cubicBezTo>
                  <a:pt x="478753" y="401703"/>
                  <a:pt x="478750" y="401703"/>
                  <a:pt x="478747" y="401703"/>
                </a:cubicBezTo>
                <a:cubicBezTo>
                  <a:pt x="478205" y="401647"/>
                  <a:pt x="477654" y="401618"/>
                  <a:pt x="477096" y="401618"/>
                </a:cubicBezTo>
                <a:lnTo>
                  <a:pt x="423746" y="401618"/>
                </a:lnTo>
                <a:cubicBezTo>
                  <a:pt x="423056" y="401618"/>
                  <a:pt x="422431" y="401184"/>
                  <a:pt x="422192" y="400538"/>
                </a:cubicBezTo>
                <a:lnTo>
                  <a:pt x="418866" y="391581"/>
                </a:lnTo>
                <a:cubicBezTo>
                  <a:pt x="416533" y="385300"/>
                  <a:pt x="410465" y="381081"/>
                  <a:pt x="403765" y="381081"/>
                </a:cubicBezTo>
                <a:lnTo>
                  <a:pt x="378538" y="381081"/>
                </a:lnTo>
                <a:lnTo>
                  <a:pt x="378538" y="369764"/>
                </a:lnTo>
                <a:cubicBezTo>
                  <a:pt x="378538" y="369450"/>
                  <a:pt x="378824" y="369165"/>
                  <a:pt x="379137" y="369165"/>
                </a:cubicBezTo>
                <a:lnTo>
                  <a:pt x="478156" y="369165"/>
                </a:lnTo>
                <a:cubicBezTo>
                  <a:pt x="478470" y="369165"/>
                  <a:pt x="478755" y="369450"/>
                  <a:pt x="478755" y="36976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79" name="Google Shape;479;p37"/>
          <p:cNvGrpSpPr/>
          <p:nvPr/>
        </p:nvGrpSpPr>
        <p:grpSpPr>
          <a:xfrm>
            <a:off x="820629" y="1556943"/>
            <a:ext cx="384043" cy="384059"/>
            <a:chOff x="861053" y="2414910"/>
            <a:chExt cx="362134" cy="363623"/>
          </a:xfrm>
        </p:grpSpPr>
        <p:sp>
          <p:nvSpPr>
            <p:cNvPr id="480" name="Google Shape;480;p37"/>
            <p:cNvSpPr/>
            <p:nvPr/>
          </p:nvSpPr>
          <p:spPr>
            <a:xfrm>
              <a:off x="965153" y="2609235"/>
              <a:ext cx="64912" cy="63677"/>
            </a:xfrm>
            <a:custGeom>
              <a:rect b="b" l="l" r="r" t="t"/>
              <a:pathLst>
                <a:path extrusionOk="0" h="2010" w="2049">
                  <a:moveTo>
                    <a:pt x="1382" y="1"/>
                  </a:moveTo>
                  <a:cubicBezTo>
                    <a:pt x="1337" y="1"/>
                    <a:pt x="1293" y="16"/>
                    <a:pt x="1263" y="45"/>
                  </a:cubicBezTo>
                  <a:lnTo>
                    <a:pt x="858" y="450"/>
                  </a:lnTo>
                  <a:cubicBezTo>
                    <a:pt x="798" y="510"/>
                    <a:pt x="798" y="629"/>
                    <a:pt x="858" y="688"/>
                  </a:cubicBezTo>
                  <a:cubicBezTo>
                    <a:pt x="888" y="718"/>
                    <a:pt x="932" y="733"/>
                    <a:pt x="977" y="733"/>
                  </a:cubicBezTo>
                  <a:cubicBezTo>
                    <a:pt x="1022" y="733"/>
                    <a:pt x="1066" y="718"/>
                    <a:pt x="1096" y="688"/>
                  </a:cubicBezTo>
                  <a:lnTo>
                    <a:pt x="1382" y="403"/>
                  </a:lnTo>
                  <a:lnTo>
                    <a:pt x="1620" y="641"/>
                  </a:lnTo>
                  <a:lnTo>
                    <a:pt x="656" y="1605"/>
                  </a:lnTo>
                  <a:lnTo>
                    <a:pt x="417" y="1367"/>
                  </a:lnTo>
                  <a:lnTo>
                    <a:pt x="620" y="1165"/>
                  </a:lnTo>
                  <a:cubicBezTo>
                    <a:pt x="679" y="1105"/>
                    <a:pt x="679" y="986"/>
                    <a:pt x="620" y="926"/>
                  </a:cubicBezTo>
                  <a:cubicBezTo>
                    <a:pt x="590" y="897"/>
                    <a:pt x="545" y="882"/>
                    <a:pt x="501" y="882"/>
                  </a:cubicBezTo>
                  <a:cubicBezTo>
                    <a:pt x="456" y="882"/>
                    <a:pt x="411" y="897"/>
                    <a:pt x="382" y="926"/>
                  </a:cubicBezTo>
                  <a:lnTo>
                    <a:pt x="60" y="1248"/>
                  </a:lnTo>
                  <a:cubicBezTo>
                    <a:pt x="1" y="1307"/>
                    <a:pt x="1" y="1427"/>
                    <a:pt x="60" y="1486"/>
                  </a:cubicBezTo>
                  <a:lnTo>
                    <a:pt x="537" y="1962"/>
                  </a:lnTo>
                  <a:cubicBezTo>
                    <a:pt x="560" y="1998"/>
                    <a:pt x="608" y="2010"/>
                    <a:pt x="656" y="2010"/>
                  </a:cubicBezTo>
                  <a:cubicBezTo>
                    <a:pt x="703" y="2010"/>
                    <a:pt x="739" y="1998"/>
                    <a:pt x="775" y="1962"/>
                  </a:cubicBezTo>
                  <a:lnTo>
                    <a:pt x="1977" y="760"/>
                  </a:lnTo>
                  <a:cubicBezTo>
                    <a:pt x="2049" y="676"/>
                    <a:pt x="2049" y="581"/>
                    <a:pt x="1977" y="522"/>
                  </a:cubicBezTo>
                  <a:lnTo>
                    <a:pt x="1501" y="45"/>
                  </a:lnTo>
                  <a:cubicBezTo>
                    <a:pt x="1471" y="16"/>
                    <a:pt x="1426" y="1"/>
                    <a:pt x="138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7"/>
            <p:cNvSpPr/>
            <p:nvPr/>
          </p:nvSpPr>
          <p:spPr>
            <a:xfrm>
              <a:off x="861053" y="2479854"/>
              <a:ext cx="298394" cy="298679"/>
            </a:xfrm>
            <a:custGeom>
              <a:rect b="b" l="l" r="r" t="t"/>
              <a:pathLst>
                <a:path extrusionOk="0" h="9428" w="9419">
                  <a:moveTo>
                    <a:pt x="6938" y="1115"/>
                  </a:moveTo>
                  <a:cubicBezTo>
                    <a:pt x="7280" y="1115"/>
                    <a:pt x="7617" y="1256"/>
                    <a:pt x="7883" y="1510"/>
                  </a:cubicBezTo>
                  <a:cubicBezTo>
                    <a:pt x="8156" y="1772"/>
                    <a:pt x="8287" y="2165"/>
                    <a:pt x="8275" y="2534"/>
                  </a:cubicBezTo>
                  <a:lnTo>
                    <a:pt x="6859" y="1117"/>
                  </a:lnTo>
                  <a:cubicBezTo>
                    <a:pt x="6885" y="1115"/>
                    <a:pt x="6912" y="1115"/>
                    <a:pt x="6938" y="1115"/>
                  </a:cubicBezTo>
                  <a:close/>
                  <a:moveTo>
                    <a:pt x="4799" y="2903"/>
                  </a:moveTo>
                  <a:lnTo>
                    <a:pt x="4954" y="3058"/>
                  </a:lnTo>
                  <a:lnTo>
                    <a:pt x="6335" y="4439"/>
                  </a:lnTo>
                  <a:lnTo>
                    <a:pt x="6490" y="4582"/>
                  </a:lnTo>
                  <a:lnTo>
                    <a:pt x="6311" y="4760"/>
                  </a:lnTo>
                  <a:lnTo>
                    <a:pt x="4620" y="3082"/>
                  </a:lnTo>
                  <a:lnTo>
                    <a:pt x="4799" y="2903"/>
                  </a:lnTo>
                  <a:close/>
                  <a:moveTo>
                    <a:pt x="751" y="7856"/>
                  </a:moveTo>
                  <a:lnTo>
                    <a:pt x="1525" y="8630"/>
                  </a:lnTo>
                  <a:lnTo>
                    <a:pt x="1156" y="9011"/>
                  </a:lnTo>
                  <a:lnTo>
                    <a:pt x="382" y="8237"/>
                  </a:lnTo>
                  <a:lnTo>
                    <a:pt x="751" y="7856"/>
                  </a:lnTo>
                  <a:close/>
                  <a:moveTo>
                    <a:pt x="5668" y="1"/>
                  </a:moveTo>
                  <a:cubicBezTo>
                    <a:pt x="5623" y="1"/>
                    <a:pt x="5579" y="16"/>
                    <a:pt x="5549" y="46"/>
                  </a:cubicBezTo>
                  <a:lnTo>
                    <a:pt x="5073" y="522"/>
                  </a:lnTo>
                  <a:cubicBezTo>
                    <a:pt x="5013" y="581"/>
                    <a:pt x="5013" y="700"/>
                    <a:pt x="5073" y="760"/>
                  </a:cubicBezTo>
                  <a:cubicBezTo>
                    <a:pt x="5102" y="790"/>
                    <a:pt x="5147" y="805"/>
                    <a:pt x="5192" y="805"/>
                  </a:cubicBezTo>
                  <a:cubicBezTo>
                    <a:pt x="5236" y="805"/>
                    <a:pt x="5281" y="790"/>
                    <a:pt x="5311" y="760"/>
                  </a:cubicBezTo>
                  <a:lnTo>
                    <a:pt x="5668" y="403"/>
                  </a:lnTo>
                  <a:lnTo>
                    <a:pt x="9014" y="3760"/>
                  </a:lnTo>
                  <a:lnTo>
                    <a:pt x="8549" y="4213"/>
                  </a:lnTo>
                  <a:cubicBezTo>
                    <a:pt x="8287" y="4487"/>
                    <a:pt x="7942" y="4618"/>
                    <a:pt x="7573" y="4618"/>
                  </a:cubicBezTo>
                  <a:cubicBezTo>
                    <a:pt x="7204" y="4618"/>
                    <a:pt x="6859" y="4475"/>
                    <a:pt x="6585" y="4213"/>
                  </a:cubicBezTo>
                  <a:lnTo>
                    <a:pt x="5906" y="3534"/>
                  </a:lnTo>
                  <a:lnTo>
                    <a:pt x="5216" y="2844"/>
                  </a:lnTo>
                  <a:cubicBezTo>
                    <a:pt x="4799" y="2427"/>
                    <a:pt x="4704" y="1796"/>
                    <a:pt x="4954" y="1260"/>
                  </a:cubicBezTo>
                  <a:cubicBezTo>
                    <a:pt x="5001" y="1165"/>
                    <a:pt x="4954" y="1081"/>
                    <a:pt x="4882" y="1034"/>
                  </a:cubicBezTo>
                  <a:cubicBezTo>
                    <a:pt x="4856" y="1020"/>
                    <a:pt x="4830" y="1015"/>
                    <a:pt x="4806" y="1015"/>
                  </a:cubicBezTo>
                  <a:cubicBezTo>
                    <a:pt x="4743" y="1015"/>
                    <a:pt x="4690" y="1054"/>
                    <a:pt x="4656" y="1105"/>
                  </a:cubicBezTo>
                  <a:cubicBezTo>
                    <a:pt x="4418" y="1593"/>
                    <a:pt x="4430" y="2165"/>
                    <a:pt x="4668" y="2629"/>
                  </a:cubicBezTo>
                  <a:lnTo>
                    <a:pt x="4299" y="2998"/>
                  </a:lnTo>
                  <a:cubicBezTo>
                    <a:pt x="4263" y="3022"/>
                    <a:pt x="4251" y="3070"/>
                    <a:pt x="4251" y="3117"/>
                  </a:cubicBezTo>
                  <a:cubicBezTo>
                    <a:pt x="4251" y="3165"/>
                    <a:pt x="4263" y="3201"/>
                    <a:pt x="4299" y="3236"/>
                  </a:cubicBezTo>
                  <a:lnTo>
                    <a:pt x="4442" y="3379"/>
                  </a:lnTo>
                  <a:lnTo>
                    <a:pt x="489" y="7344"/>
                  </a:lnTo>
                  <a:cubicBezTo>
                    <a:pt x="453" y="7368"/>
                    <a:pt x="441" y="7416"/>
                    <a:pt x="441" y="7463"/>
                  </a:cubicBezTo>
                  <a:cubicBezTo>
                    <a:pt x="441" y="7511"/>
                    <a:pt x="453" y="7547"/>
                    <a:pt x="489" y="7582"/>
                  </a:cubicBezTo>
                  <a:lnTo>
                    <a:pt x="548" y="7642"/>
                  </a:lnTo>
                  <a:lnTo>
                    <a:pt x="60" y="8130"/>
                  </a:lnTo>
                  <a:cubicBezTo>
                    <a:pt x="1" y="8189"/>
                    <a:pt x="1" y="8309"/>
                    <a:pt x="60" y="8368"/>
                  </a:cubicBezTo>
                  <a:lnTo>
                    <a:pt x="1072" y="9380"/>
                  </a:lnTo>
                  <a:cubicBezTo>
                    <a:pt x="1096" y="9416"/>
                    <a:pt x="1144" y="9428"/>
                    <a:pt x="1191" y="9428"/>
                  </a:cubicBezTo>
                  <a:cubicBezTo>
                    <a:pt x="1227" y="9428"/>
                    <a:pt x="1275" y="9404"/>
                    <a:pt x="1310" y="9380"/>
                  </a:cubicBezTo>
                  <a:lnTo>
                    <a:pt x="1798" y="8892"/>
                  </a:lnTo>
                  <a:lnTo>
                    <a:pt x="1858" y="8951"/>
                  </a:lnTo>
                  <a:cubicBezTo>
                    <a:pt x="1882" y="8975"/>
                    <a:pt x="1929" y="8987"/>
                    <a:pt x="1977" y="8987"/>
                  </a:cubicBezTo>
                  <a:cubicBezTo>
                    <a:pt x="2025" y="8987"/>
                    <a:pt x="2060" y="8975"/>
                    <a:pt x="2096" y="8951"/>
                  </a:cubicBezTo>
                  <a:lnTo>
                    <a:pt x="3251" y="7785"/>
                  </a:lnTo>
                  <a:cubicBezTo>
                    <a:pt x="3311" y="7725"/>
                    <a:pt x="3311" y="7606"/>
                    <a:pt x="3251" y="7547"/>
                  </a:cubicBezTo>
                  <a:cubicBezTo>
                    <a:pt x="3221" y="7517"/>
                    <a:pt x="3177" y="7502"/>
                    <a:pt x="3132" y="7502"/>
                  </a:cubicBezTo>
                  <a:cubicBezTo>
                    <a:pt x="3087" y="7502"/>
                    <a:pt x="3043" y="7517"/>
                    <a:pt x="3013" y="7547"/>
                  </a:cubicBezTo>
                  <a:lnTo>
                    <a:pt x="1977" y="8594"/>
                  </a:lnTo>
                  <a:lnTo>
                    <a:pt x="1918" y="8535"/>
                  </a:lnTo>
                  <a:lnTo>
                    <a:pt x="905" y="7523"/>
                  </a:lnTo>
                  <a:lnTo>
                    <a:pt x="846" y="7463"/>
                  </a:lnTo>
                  <a:lnTo>
                    <a:pt x="4680" y="3617"/>
                  </a:lnTo>
                  <a:lnTo>
                    <a:pt x="5835" y="4772"/>
                  </a:lnTo>
                  <a:lnTo>
                    <a:pt x="3489" y="7106"/>
                  </a:lnTo>
                  <a:cubicBezTo>
                    <a:pt x="3430" y="7166"/>
                    <a:pt x="3430" y="7285"/>
                    <a:pt x="3489" y="7344"/>
                  </a:cubicBezTo>
                  <a:cubicBezTo>
                    <a:pt x="3525" y="7368"/>
                    <a:pt x="3572" y="7392"/>
                    <a:pt x="3608" y="7392"/>
                  </a:cubicBezTo>
                  <a:cubicBezTo>
                    <a:pt x="3656" y="7392"/>
                    <a:pt x="3703" y="7368"/>
                    <a:pt x="3727" y="7344"/>
                  </a:cubicBezTo>
                  <a:lnTo>
                    <a:pt x="6073" y="5010"/>
                  </a:lnTo>
                  <a:lnTo>
                    <a:pt x="6216" y="5153"/>
                  </a:lnTo>
                  <a:cubicBezTo>
                    <a:pt x="6251" y="5189"/>
                    <a:pt x="6287" y="5201"/>
                    <a:pt x="6335" y="5201"/>
                  </a:cubicBezTo>
                  <a:cubicBezTo>
                    <a:pt x="6382" y="5201"/>
                    <a:pt x="6430" y="5189"/>
                    <a:pt x="6454" y="5153"/>
                  </a:cubicBezTo>
                  <a:lnTo>
                    <a:pt x="6811" y="4796"/>
                  </a:lnTo>
                  <a:cubicBezTo>
                    <a:pt x="7049" y="4915"/>
                    <a:pt x="7323" y="4975"/>
                    <a:pt x="7585" y="4975"/>
                  </a:cubicBezTo>
                  <a:cubicBezTo>
                    <a:pt x="8049" y="4975"/>
                    <a:pt x="8478" y="4796"/>
                    <a:pt x="8811" y="4475"/>
                  </a:cubicBezTo>
                  <a:lnTo>
                    <a:pt x="9383" y="3891"/>
                  </a:lnTo>
                  <a:cubicBezTo>
                    <a:pt x="9418" y="3784"/>
                    <a:pt x="9418" y="3677"/>
                    <a:pt x="9359" y="3617"/>
                  </a:cubicBezTo>
                  <a:lnTo>
                    <a:pt x="8573" y="2832"/>
                  </a:lnTo>
                  <a:cubicBezTo>
                    <a:pt x="8704" y="2272"/>
                    <a:pt x="8537" y="1689"/>
                    <a:pt x="8121" y="1284"/>
                  </a:cubicBezTo>
                  <a:cubicBezTo>
                    <a:pt x="7809" y="972"/>
                    <a:pt x="7384" y="795"/>
                    <a:pt x="6956" y="795"/>
                  </a:cubicBezTo>
                  <a:cubicBezTo>
                    <a:pt x="6827" y="795"/>
                    <a:pt x="6699" y="810"/>
                    <a:pt x="6573" y="843"/>
                  </a:cubicBezTo>
                  <a:lnTo>
                    <a:pt x="5787" y="46"/>
                  </a:lnTo>
                  <a:cubicBezTo>
                    <a:pt x="5757" y="16"/>
                    <a:pt x="5713" y="1"/>
                    <a:pt x="566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7"/>
            <p:cNvSpPr/>
            <p:nvPr/>
          </p:nvSpPr>
          <p:spPr>
            <a:xfrm>
              <a:off x="1128875" y="2455366"/>
              <a:ext cx="54711" cy="53856"/>
            </a:xfrm>
            <a:custGeom>
              <a:rect b="b" l="l" r="r" t="t"/>
              <a:pathLst>
                <a:path extrusionOk="0" h="1700" w="1727">
                  <a:moveTo>
                    <a:pt x="1548" y="0"/>
                  </a:moveTo>
                  <a:cubicBezTo>
                    <a:pt x="1503" y="0"/>
                    <a:pt x="1459" y="15"/>
                    <a:pt x="1429" y="45"/>
                  </a:cubicBezTo>
                  <a:lnTo>
                    <a:pt x="60" y="1414"/>
                  </a:lnTo>
                  <a:cubicBezTo>
                    <a:pt x="0" y="1473"/>
                    <a:pt x="0" y="1592"/>
                    <a:pt x="60" y="1652"/>
                  </a:cubicBezTo>
                  <a:cubicBezTo>
                    <a:pt x="83" y="1688"/>
                    <a:pt x="131" y="1700"/>
                    <a:pt x="179" y="1700"/>
                  </a:cubicBezTo>
                  <a:cubicBezTo>
                    <a:pt x="214" y="1700"/>
                    <a:pt x="262" y="1688"/>
                    <a:pt x="298" y="1652"/>
                  </a:cubicBezTo>
                  <a:lnTo>
                    <a:pt x="1667" y="283"/>
                  </a:lnTo>
                  <a:cubicBezTo>
                    <a:pt x="1726" y="223"/>
                    <a:pt x="1726" y="104"/>
                    <a:pt x="1667" y="45"/>
                  </a:cubicBezTo>
                  <a:cubicBezTo>
                    <a:pt x="1637" y="15"/>
                    <a:pt x="1592" y="0"/>
                    <a:pt x="154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7"/>
            <p:cNvSpPr/>
            <p:nvPr/>
          </p:nvSpPr>
          <p:spPr>
            <a:xfrm>
              <a:off x="1099445" y="2414910"/>
              <a:ext cx="10581" cy="71692"/>
            </a:xfrm>
            <a:custGeom>
              <a:rect b="b" l="l" r="r" t="t"/>
              <a:pathLst>
                <a:path extrusionOk="0" h="2263" w="334">
                  <a:moveTo>
                    <a:pt x="167" y="0"/>
                  </a:moveTo>
                  <a:cubicBezTo>
                    <a:pt x="72" y="0"/>
                    <a:pt x="0" y="72"/>
                    <a:pt x="0" y="167"/>
                  </a:cubicBezTo>
                  <a:lnTo>
                    <a:pt x="0" y="2096"/>
                  </a:lnTo>
                  <a:cubicBezTo>
                    <a:pt x="0" y="2191"/>
                    <a:pt x="72" y="2262"/>
                    <a:pt x="167" y="2262"/>
                  </a:cubicBezTo>
                  <a:cubicBezTo>
                    <a:pt x="250" y="2262"/>
                    <a:pt x="334" y="2191"/>
                    <a:pt x="334" y="2096"/>
                  </a:cubicBezTo>
                  <a:lnTo>
                    <a:pt x="334" y="167"/>
                  </a:lnTo>
                  <a:cubicBezTo>
                    <a:pt x="334" y="72"/>
                    <a:pt x="250" y="0"/>
                    <a:pt x="16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7"/>
            <p:cNvSpPr/>
            <p:nvPr/>
          </p:nvSpPr>
          <p:spPr>
            <a:xfrm>
              <a:off x="1151495" y="2528420"/>
              <a:ext cx="71692" cy="10613"/>
            </a:xfrm>
            <a:custGeom>
              <a:rect b="b" l="l" r="r" t="t"/>
              <a:pathLst>
                <a:path extrusionOk="0" h="335" w="2263">
                  <a:moveTo>
                    <a:pt x="155" y="1"/>
                  </a:moveTo>
                  <a:cubicBezTo>
                    <a:pt x="72" y="1"/>
                    <a:pt x="0" y="84"/>
                    <a:pt x="0" y="168"/>
                  </a:cubicBezTo>
                  <a:cubicBezTo>
                    <a:pt x="0" y="263"/>
                    <a:pt x="72" y="334"/>
                    <a:pt x="155" y="334"/>
                  </a:cubicBezTo>
                  <a:lnTo>
                    <a:pt x="2096" y="334"/>
                  </a:lnTo>
                  <a:cubicBezTo>
                    <a:pt x="2179" y="334"/>
                    <a:pt x="2263" y="263"/>
                    <a:pt x="2263" y="168"/>
                  </a:cubicBezTo>
                  <a:cubicBezTo>
                    <a:pt x="2263" y="84"/>
                    <a:pt x="2203" y="1"/>
                    <a:pt x="209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5" name="Google Shape;485;p37"/>
          <p:cNvGrpSpPr/>
          <p:nvPr/>
        </p:nvGrpSpPr>
        <p:grpSpPr>
          <a:xfrm>
            <a:off x="1023925" y="3780623"/>
            <a:ext cx="384054" cy="345653"/>
            <a:chOff x="3967213" y="1975477"/>
            <a:chExt cx="368185" cy="331816"/>
          </a:xfrm>
        </p:grpSpPr>
        <p:sp>
          <p:nvSpPr>
            <p:cNvPr id="486" name="Google Shape;486;p37"/>
            <p:cNvSpPr/>
            <p:nvPr/>
          </p:nvSpPr>
          <p:spPr>
            <a:xfrm>
              <a:off x="3967213" y="1975477"/>
              <a:ext cx="368185" cy="331816"/>
            </a:xfrm>
            <a:custGeom>
              <a:rect b="b" l="l" r="r" t="t"/>
              <a:pathLst>
                <a:path extrusionOk="0" h="10474" w="11622">
                  <a:moveTo>
                    <a:pt x="9026" y="0"/>
                  </a:moveTo>
                  <a:cubicBezTo>
                    <a:pt x="7585" y="0"/>
                    <a:pt x="6430" y="1179"/>
                    <a:pt x="6430" y="2608"/>
                  </a:cubicBezTo>
                  <a:cubicBezTo>
                    <a:pt x="6430" y="3072"/>
                    <a:pt x="6549" y="3513"/>
                    <a:pt x="6763" y="3882"/>
                  </a:cubicBezTo>
                  <a:lnTo>
                    <a:pt x="5680" y="3882"/>
                  </a:lnTo>
                  <a:cubicBezTo>
                    <a:pt x="5597" y="3882"/>
                    <a:pt x="5513" y="3965"/>
                    <a:pt x="5513" y="4048"/>
                  </a:cubicBezTo>
                  <a:cubicBezTo>
                    <a:pt x="5513" y="4144"/>
                    <a:pt x="5597" y="4215"/>
                    <a:pt x="5680" y="4215"/>
                  </a:cubicBezTo>
                  <a:lnTo>
                    <a:pt x="6978" y="4215"/>
                  </a:lnTo>
                  <a:cubicBezTo>
                    <a:pt x="7454" y="4810"/>
                    <a:pt x="8192" y="5191"/>
                    <a:pt x="9014" y="5191"/>
                  </a:cubicBezTo>
                  <a:cubicBezTo>
                    <a:pt x="9180" y="5191"/>
                    <a:pt x="9359" y="5180"/>
                    <a:pt x="9502" y="5156"/>
                  </a:cubicBezTo>
                  <a:lnTo>
                    <a:pt x="9502" y="5775"/>
                  </a:lnTo>
                  <a:lnTo>
                    <a:pt x="977" y="5775"/>
                  </a:lnTo>
                  <a:cubicBezTo>
                    <a:pt x="905" y="5775"/>
                    <a:pt x="834" y="5834"/>
                    <a:pt x="810" y="5906"/>
                  </a:cubicBezTo>
                  <a:lnTo>
                    <a:pt x="322" y="8466"/>
                  </a:lnTo>
                  <a:lnTo>
                    <a:pt x="322" y="2965"/>
                  </a:lnTo>
                  <a:lnTo>
                    <a:pt x="2691" y="2965"/>
                  </a:lnTo>
                  <a:lnTo>
                    <a:pt x="3882" y="4156"/>
                  </a:lnTo>
                  <a:cubicBezTo>
                    <a:pt x="3906" y="4179"/>
                    <a:pt x="3953" y="4203"/>
                    <a:pt x="4001" y="4203"/>
                  </a:cubicBezTo>
                  <a:lnTo>
                    <a:pt x="5001" y="4203"/>
                  </a:lnTo>
                  <a:cubicBezTo>
                    <a:pt x="5085" y="4203"/>
                    <a:pt x="5156" y="4120"/>
                    <a:pt x="5156" y="4037"/>
                  </a:cubicBezTo>
                  <a:cubicBezTo>
                    <a:pt x="5156" y="3941"/>
                    <a:pt x="5085" y="3870"/>
                    <a:pt x="5001" y="3870"/>
                  </a:cubicBezTo>
                  <a:lnTo>
                    <a:pt x="4073" y="3870"/>
                  </a:lnTo>
                  <a:lnTo>
                    <a:pt x="2882" y="2679"/>
                  </a:lnTo>
                  <a:cubicBezTo>
                    <a:pt x="2858" y="2655"/>
                    <a:pt x="2810" y="2632"/>
                    <a:pt x="2763" y="2632"/>
                  </a:cubicBezTo>
                  <a:lnTo>
                    <a:pt x="155" y="2632"/>
                  </a:lnTo>
                  <a:cubicBezTo>
                    <a:pt x="72" y="2632"/>
                    <a:pt x="1" y="2715"/>
                    <a:pt x="1" y="2798"/>
                  </a:cubicBezTo>
                  <a:lnTo>
                    <a:pt x="1" y="10299"/>
                  </a:lnTo>
                  <a:cubicBezTo>
                    <a:pt x="1" y="10457"/>
                    <a:pt x="121" y="10466"/>
                    <a:pt x="248" y="10466"/>
                  </a:cubicBezTo>
                  <a:cubicBezTo>
                    <a:pt x="264" y="10466"/>
                    <a:pt x="281" y="10466"/>
                    <a:pt x="298" y="10466"/>
                  </a:cubicBezTo>
                  <a:cubicBezTo>
                    <a:pt x="414" y="10466"/>
                    <a:pt x="3457" y="10474"/>
                    <a:pt x="6062" y="10474"/>
                  </a:cubicBezTo>
                  <a:cubicBezTo>
                    <a:pt x="8016" y="10474"/>
                    <a:pt x="9723" y="10469"/>
                    <a:pt x="9764" y="10454"/>
                  </a:cubicBezTo>
                  <a:cubicBezTo>
                    <a:pt x="9799" y="10418"/>
                    <a:pt x="9847" y="10371"/>
                    <a:pt x="9859" y="10335"/>
                  </a:cubicBezTo>
                  <a:lnTo>
                    <a:pt x="10192" y="8609"/>
                  </a:lnTo>
                  <a:cubicBezTo>
                    <a:pt x="10204" y="8513"/>
                    <a:pt x="10145" y="8430"/>
                    <a:pt x="10061" y="8406"/>
                  </a:cubicBezTo>
                  <a:cubicBezTo>
                    <a:pt x="10053" y="8405"/>
                    <a:pt x="10045" y="8405"/>
                    <a:pt x="10037" y="8405"/>
                  </a:cubicBezTo>
                  <a:cubicBezTo>
                    <a:pt x="9952" y="8405"/>
                    <a:pt x="9881" y="8461"/>
                    <a:pt x="9859" y="8537"/>
                  </a:cubicBezTo>
                  <a:lnTo>
                    <a:pt x="9561" y="10121"/>
                  </a:lnTo>
                  <a:lnTo>
                    <a:pt x="393" y="10121"/>
                  </a:lnTo>
                  <a:lnTo>
                    <a:pt x="1155" y="6132"/>
                  </a:lnTo>
                  <a:lnTo>
                    <a:pt x="10335" y="6132"/>
                  </a:lnTo>
                  <a:lnTo>
                    <a:pt x="10014" y="7870"/>
                  </a:lnTo>
                  <a:cubicBezTo>
                    <a:pt x="10002" y="7966"/>
                    <a:pt x="10061" y="8049"/>
                    <a:pt x="10145" y="8061"/>
                  </a:cubicBezTo>
                  <a:cubicBezTo>
                    <a:pt x="10159" y="8064"/>
                    <a:pt x="10173" y="8066"/>
                    <a:pt x="10186" y="8066"/>
                  </a:cubicBezTo>
                  <a:cubicBezTo>
                    <a:pt x="10263" y="8066"/>
                    <a:pt x="10325" y="8011"/>
                    <a:pt x="10335" y="7930"/>
                  </a:cubicBezTo>
                  <a:lnTo>
                    <a:pt x="10716" y="6001"/>
                  </a:lnTo>
                  <a:cubicBezTo>
                    <a:pt x="10728" y="5953"/>
                    <a:pt x="10716" y="5894"/>
                    <a:pt x="10680" y="5870"/>
                  </a:cubicBezTo>
                  <a:cubicBezTo>
                    <a:pt x="10657" y="5822"/>
                    <a:pt x="10609" y="5811"/>
                    <a:pt x="10550" y="5811"/>
                  </a:cubicBezTo>
                  <a:lnTo>
                    <a:pt x="9847" y="5811"/>
                  </a:lnTo>
                  <a:lnTo>
                    <a:pt x="9847" y="5096"/>
                  </a:lnTo>
                  <a:cubicBezTo>
                    <a:pt x="10776" y="4775"/>
                    <a:pt x="11466" y="3965"/>
                    <a:pt x="11585" y="2965"/>
                  </a:cubicBezTo>
                  <a:cubicBezTo>
                    <a:pt x="11609" y="2858"/>
                    <a:pt x="11550" y="2774"/>
                    <a:pt x="11454" y="2751"/>
                  </a:cubicBezTo>
                  <a:cubicBezTo>
                    <a:pt x="11448" y="2750"/>
                    <a:pt x="11442" y="2749"/>
                    <a:pt x="11436" y="2749"/>
                  </a:cubicBezTo>
                  <a:cubicBezTo>
                    <a:pt x="11358" y="2749"/>
                    <a:pt x="11275" y="2817"/>
                    <a:pt x="11264" y="2905"/>
                  </a:cubicBezTo>
                  <a:cubicBezTo>
                    <a:pt x="11109" y="4025"/>
                    <a:pt x="10145" y="4870"/>
                    <a:pt x="9014" y="4870"/>
                  </a:cubicBezTo>
                  <a:cubicBezTo>
                    <a:pt x="7763" y="4870"/>
                    <a:pt x="6751" y="3858"/>
                    <a:pt x="6751" y="2608"/>
                  </a:cubicBezTo>
                  <a:cubicBezTo>
                    <a:pt x="6751" y="1358"/>
                    <a:pt x="7763" y="346"/>
                    <a:pt x="9014" y="346"/>
                  </a:cubicBezTo>
                  <a:cubicBezTo>
                    <a:pt x="10133" y="346"/>
                    <a:pt x="11097" y="1179"/>
                    <a:pt x="11264" y="2274"/>
                  </a:cubicBezTo>
                  <a:cubicBezTo>
                    <a:pt x="11275" y="2363"/>
                    <a:pt x="11358" y="2431"/>
                    <a:pt x="11436" y="2431"/>
                  </a:cubicBezTo>
                  <a:cubicBezTo>
                    <a:pt x="11442" y="2431"/>
                    <a:pt x="11448" y="2430"/>
                    <a:pt x="11454" y="2429"/>
                  </a:cubicBezTo>
                  <a:cubicBezTo>
                    <a:pt x="11550" y="2417"/>
                    <a:pt x="11621" y="2322"/>
                    <a:pt x="11609" y="2239"/>
                  </a:cubicBezTo>
                  <a:cubicBezTo>
                    <a:pt x="11514" y="1620"/>
                    <a:pt x="11204" y="1060"/>
                    <a:pt x="10740" y="643"/>
                  </a:cubicBezTo>
                  <a:cubicBezTo>
                    <a:pt x="10264" y="227"/>
                    <a:pt x="9657" y="0"/>
                    <a:pt x="902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7"/>
            <p:cNvSpPr/>
            <p:nvPr/>
          </p:nvSpPr>
          <p:spPr>
            <a:xfrm>
              <a:off x="4237665" y="2034307"/>
              <a:ext cx="32092" cy="63772"/>
            </a:xfrm>
            <a:custGeom>
              <a:rect b="b" l="l" r="r" t="t"/>
              <a:pathLst>
                <a:path extrusionOk="0" h="2013" w="1013">
                  <a:moveTo>
                    <a:pt x="179" y="1"/>
                  </a:moveTo>
                  <a:cubicBezTo>
                    <a:pt x="84" y="1"/>
                    <a:pt x="12" y="72"/>
                    <a:pt x="12" y="167"/>
                  </a:cubicBezTo>
                  <a:cubicBezTo>
                    <a:pt x="12" y="263"/>
                    <a:pt x="84" y="334"/>
                    <a:pt x="179" y="334"/>
                  </a:cubicBezTo>
                  <a:lnTo>
                    <a:pt x="322" y="334"/>
                  </a:lnTo>
                  <a:lnTo>
                    <a:pt x="322" y="1691"/>
                  </a:lnTo>
                  <a:lnTo>
                    <a:pt x="167" y="1691"/>
                  </a:lnTo>
                  <a:cubicBezTo>
                    <a:pt x="72" y="1691"/>
                    <a:pt x="0" y="1763"/>
                    <a:pt x="0" y="1846"/>
                  </a:cubicBezTo>
                  <a:cubicBezTo>
                    <a:pt x="0" y="1941"/>
                    <a:pt x="72" y="2013"/>
                    <a:pt x="167" y="2013"/>
                  </a:cubicBezTo>
                  <a:lnTo>
                    <a:pt x="846" y="2013"/>
                  </a:lnTo>
                  <a:cubicBezTo>
                    <a:pt x="941" y="2013"/>
                    <a:pt x="1012" y="1941"/>
                    <a:pt x="1012" y="1846"/>
                  </a:cubicBezTo>
                  <a:cubicBezTo>
                    <a:pt x="1012" y="1775"/>
                    <a:pt x="941" y="1703"/>
                    <a:pt x="846" y="1703"/>
                  </a:cubicBezTo>
                  <a:lnTo>
                    <a:pt x="667" y="1703"/>
                  </a:lnTo>
                  <a:lnTo>
                    <a:pt x="667" y="167"/>
                  </a:lnTo>
                  <a:cubicBezTo>
                    <a:pt x="667" y="72"/>
                    <a:pt x="596" y="1"/>
                    <a:pt x="50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7"/>
            <p:cNvSpPr/>
            <p:nvPr/>
          </p:nvSpPr>
          <p:spPr>
            <a:xfrm>
              <a:off x="4241815" y="2014317"/>
              <a:ext cx="17012" cy="17012"/>
            </a:xfrm>
            <a:custGeom>
              <a:rect b="b" l="l" r="r" t="t"/>
              <a:pathLst>
                <a:path extrusionOk="0" h="537" w="537">
                  <a:moveTo>
                    <a:pt x="274" y="1"/>
                  </a:moveTo>
                  <a:cubicBezTo>
                    <a:pt x="119" y="1"/>
                    <a:pt x="0" y="120"/>
                    <a:pt x="0" y="263"/>
                  </a:cubicBezTo>
                  <a:cubicBezTo>
                    <a:pt x="0" y="417"/>
                    <a:pt x="119" y="536"/>
                    <a:pt x="274" y="536"/>
                  </a:cubicBezTo>
                  <a:cubicBezTo>
                    <a:pt x="417" y="536"/>
                    <a:pt x="536" y="417"/>
                    <a:pt x="536" y="263"/>
                  </a:cubicBezTo>
                  <a:cubicBezTo>
                    <a:pt x="536" y="120"/>
                    <a:pt x="417" y="1"/>
                    <a:pt x="27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grpSp>
        <p:nvGrpSpPr>
          <p:cNvPr id="493" name="Google Shape;493;p38"/>
          <p:cNvGrpSpPr/>
          <p:nvPr/>
        </p:nvGrpSpPr>
        <p:grpSpPr>
          <a:xfrm>
            <a:off x="3477449" y="526717"/>
            <a:ext cx="5278222" cy="3838060"/>
            <a:chOff x="331763" y="414153"/>
            <a:chExt cx="6903246" cy="5019697"/>
          </a:xfrm>
        </p:grpSpPr>
        <p:sp>
          <p:nvSpPr>
            <p:cNvPr id="494" name="Google Shape;494;p38"/>
            <p:cNvSpPr/>
            <p:nvPr/>
          </p:nvSpPr>
          <p:spPr>
            <a:xfrm>
              <a:off x="2953125" y="4725150"/>
              <a:ext cx="1660725" cy="708700"/>
            </a:xfrm>
            <a:custGeom>
              <a:rect b="b" l="l" r="r" t="t"/>
              <a:pathLst>
                <a:path extrusionOk="0" h="28348" w="66429">
                  <a:moveTo>
                    <a:pt x="6889" y="1"/>
                  </a:moveTo>
                  <a:lnTo>
                    <a:pt x="1" y="28347"/>
                  </a:lnTo>
                  <a:lnTo>
                    <a:pt x="66429" y="28347"/>
                  </a:lnTo>
                  <a:lnTo>
                    <a:pt x="59475" y="1"/>
                  </a:lnTo>
                  <a:lnTo>
                    <a:pt x="33182" y="464"/>
                  </a:lnTo>
                  <a:lnTo>
                    <a:pt x="6889" y="1"/>
                  </a:lnTo>
                  <a:close/>
                </a:path>
              </a:pathLst>
            </a:custGeom>
            <a:solidFill>
              <a:schemeClr val="accent3"/>
            </a:solidFill>
            <a:ln>
              <a:noFill/>
            </a:ln>
          </p:spPr>
          <p:txBody>
            <a:bodyPr anchorCtr="0" anchor="ctr" bIns="110750" lIns="110750" spcFirstLastPara="1" rIns="110750" wrap="square" tIns="110750">
              <a:noAutofit/>
            </a:bodyPr>
            <a:lstStyle/>
            <a:p>
              <a:pPr indent="0" lvl="0" marL="0" rtl="0" algn="l">
                <a:spcBef>
                  <a:spcPts val="0"/>
                </a:spcBef>
                <a:spcAft>
                  <a:spcPts val="0"/>
                </a:spcAft>
                <a:buNone/>
              </a:pPr>
              <a:r>
                <a:t/>
              </a:r>
              <a:endParaRPr/>
            </a:p>
          </p:txBody>
        </p:sp>
        <p:sp>
          <p:nvSpPr>
            <p:cNvPr id="495" name="Google Shape;495;p38"/>
            <p:cNvSpPr/>
            <p:nvPr/>
          </p:nvSpPr>
          <p:spPr>
            <a:xfrm>
              <a:off x="331763" y="414153"/>
              <a:ext cx="6903246" cy="4353879"/>
            </a:xfrm>
            <a:custGeom>
              <a:rect b="b" l="l" r="r" t="t"/>
              <a:pathLst>
                <a:path extrusionOk="0" h="181204" w="248162">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accent3"/>
            </a:solidFill>
            <a:ln>
              <a:noFill/>
            </a:ln>
          </p:spPr>
          <p:txBody>
            <a:bodyPr anchorCtr="0" anchor="ctr" bIns="110750" lIns="110750" spcFirstLastPara="1" rIns="110750" wrap="square" tIns="110750">
              <a:noAutofit/>
            </a:bodyPr>
            <a:lstStyle/>
            <a:p>
              <a:pPr indent="0" lvl="0" marL="0" rtl="0" algn="l">
                <a:spcBef>
                  <a:spcPts val="0"/>
                </a:spcBef>
                <a:spcAft>
                  <a:spcPts val="0"/>
                </a:spcAft>
                <a:buNone/>
              </a:pPr>
              <a:r>
                <a:t/>
              </a:r>
              <a:endParaRPr/>
            </a:p>
          </p:txBody>
        </p:sp>
        <p:sp>
          <p:nvSpPr>
            <p:cNvPr id="496" name="Google Shape;496;p38"/>
            <p:cNvSpPr/>
            <p:nvPr/>
          </p:nvSpPr>
          <p:spPr>
            <a:xfrm>
              <a:off x="547300" y="600323"/>
              <a:ext cx="6472159" cy="3981525"/>
            </a:xfrm>
            <a:custGeom>
              <a:rect b="b" l="l" r="r" t="t"/>
              <a:pathLst>
                <a:path extrusionOk="0" h="165707" w="232665">
                  <a:moveTo>
                    <a:pt x="1" y="1"/>
                  </a:moveTo>
                  <a:lnTo>
                    <a:pt x="1" y="24307"/>
                  </a:lnTo>
                  <a:lnTo>
                    <a:pt x="1" y="165707"/>
                  </a:lnTo>
                  <a:lnTo>
                    <a:pt x="232665" y="165707"/>
                  </a:lnTo>
                  <a:lnTo>
                    <a:pt x="232665" y="121532"/>
                  </a:lnTo>
                  <a:lnTo>
                    <a:pt x="232665" y="1"/>
                  </a:lnTo>
                  <a:close/>
                </a:path>
              </a:pathLst>
            </a:custGeom>
            <a:solidFill>
              <a:schemeClr val="accent3"/>
            </a:solidFill>
            <a:ln>
              <a:noFill/>
            </a:ln>
          </p:spPr>
          <p:txBody>
            <a:bodyPr anchorCtr="0" anchor="ctr" bIns="110750" lIns="110750" spcFirstLastPara="1" rIns="110750" wrap="square" tIns="110750">
              <a:noAutofit/>
            </a:bodyPr>
            <a:lstStyle/>
            <a:p>
              <a:pPr indent="0" lvl="0" marL="0" rtl="0" algn="l">
                <a:spcBef>
                  <a:spcPts val="0"/>
                </a:spcBef>
                <a:spcAft>
                  <a:spcPts val="0"/>
                </a:spcAft>
                <a:buNone/>
              </a:pPr>
              <a:r>
                <a:t/>
              </a:r>
              <a:endParaRPr/>
            </a:p>
          </p:txBody>
        </p:sp>
        <p:sp>
          <p:nvSpPr>
            <p:cNvPr id="497" name="Google Shape;497;p38"/>
            <p:cNvSpPr/>
            <p:nvPr/>
          </p:nvSpPr>
          <p:spPr>
            <a:xfrm>
              <a:off x="2772650" y="5206975"/>
              <a:ext cx="2020025" cy="226875"/>
            </a:xfrm>
            <a:custGeom>
              <a:rect b="b" l="l" r="r" t="t"/>
              <a:pathLst>
                <a:path extrusionOk="0" h="9075" w="80801">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accent3"/>
            </a:solidFill>
            <a:ln>
              <a:noFill/>
            </a:ln>
          </p:spPr>
          <p:txBody>
            <a:bodyPr anchorCtr="0" anchor="ctr" bIns="110750" lIns="110750" spcFirstLastPara="1" rIns="110750" wrap="square" tIns="110750">
              <a:noAutofit/>
            </a:bodyPr>
            <a:lstStyle/>
            <a:p>
              <a:pPr indent="0" lvl="0" marL="0" rtl="0" algn="l">
                <a:spcBef>
                  <a:spcPts val="0"/>
                </a:spcBef>
                <a:spcAft>
                  <a:spcPts val="0"/>
                </a:spcAft>
                <a:buNone/>
              </a:pPr>
              <a:r>
                <a:t/>
              </a:r>
              <a:endParaRPr/>
            </a:p>
          </p:txBody>
        </p:sp>
      </p:grpSp>
      <p:sp>
        <p:nvSpPr>
          <p:cNvPr id="498" name="Google Shape;498;p38"/>
          <p:cNvSpPr txBox="1"/>
          <p:nvPr>
            <p:ph type="title"/>
          </p:nvPr>
        </p:nvSpPr>
        <p:spPr>
          <a:xfrm>
            <a:off x="388350" y="1137100"/>
            <a:ext cx="3122700" cy="2351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Introducing Scrapegoat </a:t>
            </a:r>
            <a:endParaRPr/>
          </a:p>
          <a:p>
            <a:pPr indent="0" lvl="0" marL="0" rtl="0" algn="ctr">
              <a:spcBef>
                <a:spcPts val="0"/>
              </a:spcBef>
              <a:spcAft>
                <a:spcPts val="0"/>
              </a:spcAft>
              <a:buNone/>
            </a:pPr>
            <a:r>
              <a:rPr lang="en"/>
              <a:t>+ </a:t>
            </a:r>
            <a:endParaRPr/>
          </a:p>
          <a:p>
            <a:pPr indent="0" lvl="0" marL="0" rtl="0" algn="ctr">
              <a:spcBef>
                <a:spcPts val="0"/>
              </a:spcBef>
              <a:spcAft>
                <a:spcPts val="0"/>
              </a:spcAft>
              <a:buNone/>
            </a:pPr>
            <a:r>
              <a:rPr lang="en"/>
              <a:t>Goatspeak</a:t>
            </a:r>
            <a:endParaRPr/>
          </a:p>
        </p:txBody>
      </p:sp>
      <p:pic>
        <p:nvPicPr>
          <p:cNvPr id="499" name="Google Shape;499;p38"/>
          <p:cNvPicPr preferRelativeResize="0"/>
          <p:nvPr/>
        </p:nvPicPr>
        <p:blipFill>
          <a:blip r:embed="rId3">
            <a:alphaModFix/>
          </a:blip>
          <a:stretch>
            <a:fillRect/>
          </a:stretch>
        </p:blipFill>
        <p:spPr>
          <a:xfrm>
            <a:off x="3589300" y="664625"/>
            <a:ext cx="5060624" cy="3020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Scrapegoat Solution</a:t>
            </a:r>
            <a:endParaRPr/>
          </a:p>
        </p:txBody>
      </p:sp>
      <p:sp>
        <p:nvSpPr>
          <p:cNvPr id="505" name="Google Shape;505;p39"/>
          <p:cNvSpPr txBox="1"/>
          <p:nvPr>
            <p:ph idx="1" type="subTitle"/>
          </p:nvPr>
        </p:nvSpPr>
        <p:spPr>
          <a:xfrm>
            <a:off x="720000" y="2787750"/>
            <a:ext cx="2461500" cy="1816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Easy to use</a:t>
            </a:r>
            <a:endParaRPr/>
          </a:p>
          <a:p>
            <a:pPr indent="-317500" lvl="0" marL="457200" rtl="0" algn="l">
              <a:spcBef>
                <a:spcPts val="0"/>
              </a:spcBef>
              <a:spcAft>
                <a:spcPts val="0"/>
              </a:spcAft>
              <a:buSzPts val="1400"/>
              <a:buChar char="●"/>
            </a:pPr>
            <a:r>
              <a:rPr lang="en"/>
              <a:t>SQL-like syntax</a:t>
            </a:r>
            <a:endParaRPr/>
          </a:p>
          <a:p>
            <a:pPr indent="-317500" lvl="0" marL="457200" rtl="0" algn="l">
              <a:spcBef>
                <a:spcPts val="0"/>
              </a:spcBef>
              <a:spcAft>
                <a:spcPts val="0"/>
              </a:spcAft>
              <a:buSzPts val="1400"/>
              <a:buChar char="●"/>
            </a:pPr>
            <a:r>
              <a:rPr lang="en"/>
              <a:t>Simple and flexible</a:t>
            </a:r>
            <a:endParaRPr/>
          </a:p>
        </p:txBody>
      </p:sp>
      <p:sp>
        <p:nvSpPr>
          <p:cNvPr id="506" name="Google Shape;506;p39"/>
          <p:cNvSpPr txBox="1"/>
          <p:nvPr>
            <p:ph idx="2" type="subTitle"/>
          </p:nvPr>
        </p:nvSpPr>
        <p:spPr>
          <a:xfrm>
            <a:off x="3472025" y="2787850"/>
            <a:ext cx="2562300" cy="1816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Interpret queries</a:t>
            </a:r>
            <a:endParaRPr/>
          </a:p>
          <a:p>
            <a:pPr indent="-317500" lvl="0" marL="457200" rtl="0" algn="l">
              <a:spcBef>
                <a:spcPts val="0"/>
              </a:spcBef>
              <a:spcAft>
                <a:spcPts val="0"/>
              </a:spcAft>
              <a:buSzPts val="1400"/>
              <a:buChar char="●"/>
            </a:pPr>
            <a:r>
              <a:rPr lang="en"/>
              <a:t>Reusable scraping</a:t>
            </a:r>
            <a:endParaRPr/>
          </a:p>
          <a:p>
            <a:pPr indent="-317500" lvl="0" marL="457200" rtl="0" algn="l">
              <a:spcBef>
                <a:spcPts val="0"/>
              </a:spcBef>
              <a:spcAft>
                <a:spcPts val="0"/>
              </a:spcAft>
              <a:buSzPts val="1400"/>
              <a:buChar char="●"/>
            </a:pPr>
            <a:r>
              <a:rPr lang="en"/>
              <a:t>Expose functionality</a:t>
            </a:r>
            <a:endParaRPr/>
          </a:p>
          <a:p>
            <a:pPr indent="-317500" lvl="0" marL="457200" rtl="0" algn="l">
              <a:spcBef>
                <a:spcPts val="0"/>
              </a:spcBef>
              <a:spcAft>
                <a:spcPts val="0"/>
              </a:spcAft>
              <a:buSzPts val="1400"/>
              <a:buChar char="●"/>
            </a:pPr>
            <a:r>
              <a:rPr lang="en"/>
              <a:t>User management</a:t>
            </a:r>
            <a:endParaRPr/>
          </a:p>
          <a:p>
            <a:pPr indent="0" lvl="0" marL="0" rtl="0" algn="l">
              <a:spcBef>
                <a:spcPts val="0"/>
              </a:spcBef>
              <a:spcAft>
                <a:spcPts val="0"/>
              </a:spcAft>
              <a:buNone/>
            </a:pPr>
            <a:r>
              <a:t/>
            </a:r>
            <a:endParaRPr/>
          </a:p>
        </p:txBody>
      </p:sp>
      <p:sp>
        <p:nvSpPr>
          <p:cNvPr id="507" name="Google Shape;507;p39"/>
          <p:cNvSpPr txBox="1"/>
          <p:nvPr>
            <p:ph idx="3" type="subTitle"/>
          </p:nvPr>
        </p:nvSpPr>
        <p:spPr>
          <a:xfrm>
            <a:off x="6224075" y="2714625"/>
            <a:ext cx="2562300" cy="1889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Accessible</a:t>
            </a:r>
            <a:endParaRPr/>
          </a:p>
          <a:p>
            <a:pPr indent="-317500" lvl="0" marL="457200" rtl="0" algn="l">
              <a:spcBef>
                <a:spcPts val="0"/>
              </a:spcBef>
              <a:spcAft>
                <a:spcPts val="0"/>
              </a:spcAft>
              <a:buSzPts val="1400"/>
              <a:buChar char="●"/>
            </a:pPr>
            <a:r>
              <a:rPr lang="en"/>
              <a:t>Intuitive visuals</a:t>
            </a:r>
            <a:endParaRPr/>
          </a:p>
          <a:p>
            <a:pPr indent="-317500" lvl="0" marL="457200" rtl="0" algn="l">
              <a:spcBef>
                <a:spcPts val="0"/>
              </a:spcBef>
              <a:spcAft>
                <a:spcPts val="0"/>
              </a:spcAft>
              <a:buSzPts val="1400"/>
              <a:buChar char="●"/>
            </a:pPr>
            <a:r>
              <a:rPr lang="en"/>
              <a:t>Wrap functionality</a:t>
            </a:r>
            <a:endParaRPr/>
          </a:p>
        </p:txBody>
      </p:sp>
      <p:sp>
        <p:nvSpPr>
          <p:cNvPr id="508" name="Google Shape;508;p39"/>
          <p:cNvSpPr txBox="1"/>
          <p:nvPr>
            <p:ph idx="4" type="subTitle"/>
          </p:nvPr>
        </p:nvSpPr>
        <p:spPr>
          <a:xfrm>
            <a:off x="720000" y="2260050"/>
            <a:ext cx="24615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Goatspeak QL</a:t>
            </a:r>
            <a:endParaRPr/>
          </a:p>
        </p:txBody>
      </p:sp>
      <p:sp>
        <p:nvSpPr>
          <p:cNvPr id="509" name="Google Shape;509;p39"/>
          <p:cNvSpPr txBox="1"/>
          <p:nvPr>
            <p:ph idx="5" type="subTitle"/>
          </p:nvPr>
        </p:nvSpPr>
        <p:spPr>
          <a:xfrm>
            <a:off x="3472037" y="2260050"/>
            <a:ext cx="24615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API Layer</a:t>
            </a:r>
            <a:endParaRPr/>
          </a:p>
        </p:txBody>
      </p:sp>
      <p:sp>
        <p:nvSpPr>
          <p:cNvPr id="510" name="Google Shape;510;p39"/>
          <p:cNvSpPr txBox="1"/>
          <p:nvPr>
            <p:ph idx="6" type="subTitle"/>
          </p:nvPr>
        </p:nvSpPr>
        <p:spPr>
          <a:xfrm>
            <a:off x="6224075" y="2260050"/>
            <a:ext cx="25623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Web Application</a:t>
            </a:r>
            <a:endParaRPr/>
          </a:p>
        </p:txBody>
      </p:sp>
      <p:sp>
        <p:nvSpPr>
          <p:cNvPr id="511" name="Google Shape;511;p39"/>
          <p:cNvSpPr/>
          <p:nvPr/>
        </p:nvSpPr>
        <p:spPr>
          <a:xfrm>
            <a:off x="837225" y="1351775"/>
            <a:ext cx="731400" cy="731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512" name="Google Shape;512;p39"/>
          <p:cNvSpPr/>
          <p:nvPr/>
        </p:nvSpPr>
        <p:spPr>
          <a:xfrm>
            <a:off x="3482325" y="1351775"/>
            <a:ext cx="731400" cy="731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513" name="Google Shape;513;p39"/>
          <p:cNvSpPr/>
          <p:nvPr/>
        </p:nvSpPr>
        <p:spPr>
          <a:xfrm>
            <a:off x="6127425" y="1351775"/>
            <a:ext cx="731400" cy="731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nvGrpSpPr>
          <p:cNvPr id="514" name="Google Shape;514;p39"/>
          <p:cNvGrpSpPr/>
          <p:nvPr/>
        </p:nvGrpSpPr>
        <p:grpSpPr>
          <a:xfrm>
            <a:off x="6300786" y="1571901"/>
            <a:ext cx="384453" cy="291126"/>
            <a:chOff x="3684760" y="5479832"/>
            <a:chExt cx="493204" cy="373478"/>
          </a:xfrm>
        </p:grpSpPr>
        <p:sp>
          <p:nvSpPr>
            <p:cNvPr id="515" name="Google Shape;515;p39"/>
            <p:cNvSpPr/>
            <p:nvPr/>
          </p:nvSpPr>
          <p:spPr>
            <a:xfrm>
              <a:off x="3837565" y="5802231"/>
              <a:ext cx="81225" cy="14449"/>
            </a:xfrm>
            <a:custGeom>
              <a:rect b="b" l="l" r="r" t="t"/>
              <a:pathLst>
                <a:path extrusionOk="0" h="14449" w="81225">
                  <a:moveTo>
                    <a:pt x="74000" y="0"/>
                  </a:moveTo>
                  <a:lnTo>
                    <a:pt x="7225" y="0"/>
                  </a:lnTo>
                  <a:cubicBezTo>
                    <a:pt x="3234" y="0"/>
                    <a:pt x="0" y="3235"/>
                    <a:pt x="0" y="7225"/>
                  </a:cubicBezTo>
                  <a:cubicBezTo>
                    <a:pt x="0" y="11215"/>
                    <a:pt x="3234" y="14449"/>
                    <a:pt x="7225" y="14449"/>
                  </a:cubicBezTo>
                  <a:lnTo>
                    <a:pt x="74000" y="14449"/>
                  </a:lnTo>
                  <a:cubicBezTo>
                    <a:pt x="77991" y="14449"/>
                    <a:pt x="81225" y="11215"/>
                    <a:pt x="81225" y="7225"/>
                  </a:cubicBezTo>
                  <a:cubicBezTo>
                    <a:pt x="81225" y="3235"/>
                    <a:pt x="77990" y="0"/>
                    <a:pt x="7400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6" name="Google Shape;516;p39"/>
            <p:cNvSpPr/>
            <p:nvPr/>
          </p:nvSpPr>
          <p:spPr>
            <a:xfrm>
              <a:off x="3837565" y="5728973"/>
              <a:ext cx="81225" cy="14449"/>
            </a:xfrm>
            <a:custGeom>
              <a:rect b="b" l="l" r="r" t="t"/>
              <a:pathLst>
                <a:path extrusionOk="0" h="14449" w="81225">
                  <a:moveTo>
                    <a:pt x="74000" y="0"/>
                  </a:moveTo>
                  <a:lnTo>
                    <a:pt x="7225" y="0"/>
                  </a:lnTo>
                  <a:cubicBezTo>
                    <a:pt x="3234" y="0"/>
                    <a:pt x="0" y="3235"/>
                    <a:pt x="0" y="7225"/>
                  </a:cubicBezTo>
                  <a:cubicBezTo>
                    <a:pt x="0" y="11215"/>
                    <a:pt x="3234" y="14449"/>
                    <a:pt x="7225" y="14449"/>
                  </a:cubicBezTo>
                  <a:lnTo>
                    <a:pt x="74000" y="14449"/>
                  </a:lnTo>
                  <a:cubicBezTo>
                    <a:pt x="77991" y="14449"/>
                    <a:pt x="81225" y="11215"/>
                    <a:pt x="81225" y="7225"/>
                  </a:cubicBezTo>
                  <a:cubicBezTo>
                    <a:pt x="81225" y="3235"/>
                    <a:pt x="77990" y="0"/>
                    <a:pt x="7400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7" name="Google Shape;517;p39"/>
            <p:cNvSpPr/>
            <p:nvPr/>
          </p:nvSpPr>
          <p:spPr>
            <a:xfrm>
              <a:off x="3982881" y="5728973"/>
              <a:ext cx="28582" cy="14449"/>
            </a:xfrm>
            <a:custGeom>
              <a:rect b="b" l="l" r="r" t="t"/>
              <a:pathLst>
                <a:path extrusionOk="0" h="14449" w="28582">
                  <a:moveTo>
                    <a:pt x="21358" y="0"/>
                  </a:moveTo>
                  <a:lnTo>
                    <a:pt x="7225" y="0"/>
                  </a:lnTo>
                  <a:cubicBezTo>
                    <a:pt x="3234" y="0"/>
                    <a:pt x="0" y="3235"/>
                    <a:pt x="0" y="7225"/>
                  </a:cubicBezTo>
                  <a:cubicBezTo>
                    <a:pt x="0" y="11215"/>
                    <a:pt x="3234" y="14449"/>
                    <a:pt x="7225" y="14449"/>
                  </a:cubicBezTo>
                  <a:lnTo>
                    <a:pt x="21358" y="14449"/>
                  </a:lnTo>
                  <a:cubicBezTo>
                    <a:pt x="25349" y="14449"/>
                    <a:pt x="28583" y="11215"/>
                    <a:pt x="28583" y="7225"/>
                  </a:cubicBezTo>
                  <a:cubicBezTo>
                    <a:pt x="28583" y="3235"/>
                    <a:pt x="25348" y="0"/>
                    <a:pt x="21358"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8" name="Google Shape;518;p39"/>
            <p:cNvSpPr/>
            <p:nvPr/>
          </p:nvSpPr>
          <p:spPr>
            <a:xfrm>
              <a:off x="3837565" y="5655715"/>
              <a:ext cx="81225" cy="14449"/>
            </a:xfrm>
            <a:custGeom>
              <a:rect b="b" l="l" r="r" t="t"/>
              <a:pathLst>
                <a:path extrusionOk="0" h="14449" w="81225">
                  <a:moveTo>
                    <a:pt x="74000" y="0"/>
                  </a:moveTo>
                  <a:lnTo>
                    <a:pt x="7225" y="0"/>
                  </a:lnTo>
                  <a:cubicBezTo>
                    <a:pt x="3234" y="0"/>
                    <a:pt x="0" y="3235"/>
                    <a:pt x="0" y="7225"/>
                  </a:cubicBezTo>
                  <a:cubicBezTo>
                    <a:pt x="0" y="11215"/>
                    <a:pt x="3234" y="14449"/>
                    <a:pt x="7225" y="14449"/>
                  </a:cubicBezTo>
                  <a:lnTo>
                    <a:pt x="74000" y="14449"/>
                  </a:lnTo>
                  <a:cubicBezTo>
                    <a:pt x="77991" y="14449"/>
                    <a:pt x="81225" y="11215"/>
                    <a:pt x="81225" y="7225"/>
                  </a:cubicBezTo>
                  <a:cubicBezTo>
                    <a:pt x="81225" y="3235"/>
                    <a:pt x="77990" y="0"/>
                    <a:pt x="7400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9" name="Google Shape;519;p39"/>
            <p:cNvSpPr/>
            <p:nvPr/>
          </p:nvSpPr>
          <p:spPr>
            <a:xfrm>
              <a:off x="3982881" y="5655715"/>
              <a:ext cx="28582" cy="14449"/>
            </a:xfrm>
            <a:custGeom>
              <a:rect b="b" l="l" r="r" t="t"/>
              <a:pathLst>
                <a:path extrusionOk="0" h="14449" w="28582">
                  <a:moveTo>
                    <a:pt x="21358" y="0"/>
                  </a:moveTo>
                  <a:lnTo>
                    <a:pt x="7225" y="0"/>
                  </a:lnTo>
                  <a:cubicBezTo>
                    <a:pt x="3234" y="0"/>
                    <a:pt x="0" y="3235"/>
                    <a:pt x="0" y="7225"/>
                  </a:cubicBezTo>
                  <a:cubicBezTo>
                    <a:pt x="0" y="11215"/>
                    <a:pt x="3234" y="14449"/>
                    <a:pt x="7225" y="14449"/>
                  </a:cubicBezTo>
                  <a:lnTo>
                    <a:pt x="21358" y="14449"/>
                  </a:lnTo>
                  <a:cubicBezTo>
                    <a:pt x="25349" y="14449"/>
                    <a:pt x="28583" y="11215"/>
                    <a:pt x="28583" y="7225"/>
                  </a:cubicBezTo>
                  <a:cubicBezTo>
                    <a:pt x="28583" y="3235"/>
                    <a:pt x="25348" y="0"/>
                    <a:pt x="21358"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0" name="Google Shape;520;p39"/>
            <p:cNvSpPr/>
            <p:nvPr/>
          </p:nvSpPr>
          <p:spPr>
            <a:xfrm>
              <a:off x="3982881" y="5802231"/>
              <a:ext cx="28582" cy="14449"/>
            </a:xfrm>
            <a:custGeom>
              <a:rect b="b" l="l" r="r" t="t"/>
              <a:pathLst>
                <a:path extrusionOk="0" h="14449" w="28582">
                  <a:moveTo>
                    <a:pt x="21358" y="14449"/>
                  </a:moveTo>
                  <a:cubicBezTo>
                    <a:pt x="25349" y="14449"/>
                    <a:pt x="28583" y="11215"/>
                    <a:pt x="28583" y="7225"/>
                  </a:cubicBezTo>
                  <a:cubicBezTo>
                    <a:pt x="28583" y="3235"/>
                    <a:pt x="25349" y="0"/>
                    <a:pt x="21358" y="0"/>
                  </a:cubicBezTo>
                  <a:lnTo>
                    <a:pt x="7225" y="0"/>
                  </a:lnTo>
                  <a:cubicBezTo>
                    <a:pt x="3234" y="0"/>
                    <a:pt x="0" y="3235"/>
                    <a:pt x="0" y="7225"/>
                  </a:cubicBezTo>
                  <a:cubicBezTo>
                    <a:pt x="0" y="11215"/>
                    <a:pt x="3234" y="14449"/>
                    <a:pt x="7225" y="1444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1" name="Google Shape;521;p39"/>
            <p:cNvSpPr/>
            <p:nvPr/>
          </p:nvSpPr>
          <p:spPr>
            <a:xfrm>
              <a:off x="3941212" y="5728973"/>
              <a:ext cx="28582" cy="14449"/>
            </a:xfrm>
            <a:custGeom>
              <a:rect b="b" l="l" r="r" t="t"/>
              <a:pathLst>
                <a:path extrusionOk="0" h="14449" w="28582">
                  <a:moveTo>
                    <a:pt x="21358" y="0"/>
                  </a:moveTo>
                  <a:lnTo>
                    <a:pt x="7225" y="0"/>
                  </a:lnTo>
                  <a:cubicBezTo>
                    <a:pt x="3234" y="0"/>
                    <a:pt x="0" y="3235"/>
                    <a:pt x="0" y="7225"/>
                  </a:cubicBezTo>
                  <a:cubicBezTo>
                    <a:pt x="0" y="11215"/>
                    <a:pt x="3234" y="14449"/>
                    <a:pt x="7225" y="14449"/>
                  </a:cubicBezTo>
                  <a:lnTo>
                    <a:pt x="21358" y="14449"/>
                  </a:lnTo>
                  <a:cubicBezTo>
                    <a:pt x="25349" y="14449"/>
                    <a:pt x="28583" y="11215"/>
                    <a:pt x="28583" y="7225"/>
                  </a:cubicBezTo>
                  <a:cubicBezTo>
                    <a:pt x="28583" y="3235"/>
                    <a:pt x="25348" y="0"/>
                    <a:pt x="21358"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2" name="Google Shape;522;p39"/>
            <p:cNvSpPr/>
            <p:nvPr/>
          </p:nvSpPr>
          <p:spPr>
            <a:xfrm>
              <a:off x="3941212" y="5655715"/>
              <a:ext cx="28582" cy="14449"/>
            </a:xfrm>
            <a:custGeom>
              <a:rect b="b" l="l" r="r" t="t"/>
              <a:pathLst>
                <a:path extrusionOk="0" h="14449" w="28582">
                  <a:moveTo>
                    <a:pt x="21358" y="0"/>
                  </a:moveTo>
                  <a:lnTo>
                    <a:pt x="7225" y="0"/>
                  </a:lnTo>
                  <a:cubicBezTo>
                    <a:pt x="3234" y="0"/>
                    <a:pt x="0" y="3235"/>
                    <a:pt x="0" y="7225"/>
                  </a:cubicBezTo>
                  <a:cubicBezTo>
                    <a:pt x="0" y="11215"/>
                    <a:pt x="3234" y="14449"/>
                    <a:pt x="7225" y="14449"/>
                  </a:cubicBezTo>
                  <a:lnTo>
                    <a:pt x="21358" y="14449"/>
                  </a:lnTo>
                  <a:cubicBezTo>
                    <a:pt x="25349" y="14449"/>
                    <a:pt x="28583" y="11215"/>
                    <a:pt x="28583" y="7225"/>
                  </a:cubicBezTo>
                  <a:cubicBezTo>
                    <a:pt x="28583" y="3235"/>
                    <a:pt x="25348" y="0"/>
                    <a:pt x="21358"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3" name="Google Shape;523;p39"/>
            <p:cNvSpPr/>
            <p:nvPr/>
          </p:nvSpPr>
          <p:spPr>
            <a:xfrm>
              <a:off x="3941212" y="5802231"/>
              <a:ext cx="28582" cy="14449"/>
            </a:xfrm>
            <a:custGeom>
              <a:rect b="b" l="l" r="r" t="t"/>
              <a:pathLst>
                <a:path extrusionOk="0" h="14449" w="28582">
                  <a:moveTo>
                    <a:pt x="21358" y="14449"/>
                  </a:moveTo>
                  <a:cubicBezTo>
                    <a:pt x="25349" y="14449"/>
                    <a:pt x="28583" y="11215"/>
                    <a:pt x="28583" y="7225"/>
                  </a:cubicBezTo>
                  <a:cubicBezTo>
                    <a:pt x="28583" y="3235"/>
                    <a:pt x="25349" y="0"/>
                    <a:pt x="21358" y="0"/>
                  </a:cubicBezTo>
                  <a:lnTo>
                    <a:pt x="7225" y="0"/>
                  </a:lnTo>
                  <a:cubicBezTo>
                    <a:pt x="3234" y="0"/>
                    <a:pt x="0" y="3235"/>
                    <a:pt x="0" y="7225"/>
                  </a:cubicBezTo>
                  <a:cubicBezTo>
                    <a:pt x="0" y="11215"/>
                    <a:pt x="3234" y="14449"/>
                    <a:pt x="7225" y="1444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4" name="Google Shape;524;p39"/>
            <p:cNvSpPr/>
            <p:nvPr/>
          </p:nvSpPr>
          <p:spPr>
            <a:xfrm>
              <a:off x="3684760" y="5479832"/>
              <a:ext cx="493204" cy="373478"/>
            </a:xfrm>
            <a:custGeom>
              <a:rect b="b" l="l" r="r" t="t"/>
              <a:pathLst>
                <a:path extrusionOk="0" h="373478" w="493204">
                  <a:moveTo>
                    <a:pt x="60604" y="263591"/>
                  </a:moveTo>
                  <a:lnTo>
                    <a:pt x="118962" y="263591"/>
                  </a:lnTo>
                  <a:lnTo>
                    <a:pt x="118962" y="279175"/>
                  </a:lnTo>
                  <a:cubicBezTo>
                    <a:pt x="118962" y="284408"/>
                    <a:pt x="120994" y="289266"/>
                    <a:pt x="124293" y="292995"/>
                  </a:cubicBezTo>
                  <a:cubicBezTo>
                    <a:pt x="120995" y="296724"/>
                    <a:pt x="118962" y="301582"/>
                    <a:pt x="118962" y="306816"/>
                  </a:cubicBezTo>
                  <a:lnTo>
                    <a:pt x="118962" y="352433"/>
                  </a:lnTo>
                  <a:cubicBezTo>
                    <a:pt x="118962" y="363841"/>
                    <a:pt x="128601" y="373478"/>
                    <a:pt x="140009" y="373478"/>
                  </a:cubicBezTo>
                  <a:lnTo>
                    <a:pt x="220171" y="373478"/>
                  </a:lnTo>
                  <a:cubicBezTo>
                    <a:pt x="224162" y="373478"/>
                    <a:pt x="227396" y="370244"/>
                    <a:pt x="227396" y="366254"/>
                  </a:cubicBezTo>
                  <a:cubicBezTo>
                    <a:pt x="227396" y="362264"/>
                    <a:pt x="224162" y="359029"/>
                    <a:pt x="220171" y="359029"/>
                  </a:cubicBezTo>
                  <a:lnTo>
                    <a:pt x="140009" y="359029"/>
                  </a:lnTo>
                  <a:cubicBezTo>
                    <a:pt x="136495" y="359029"/>
                    <a:pt x="133411" y="355947"/>
                    <a:pt x="133411" y="352433"/>
                  </a:cubicBezTo>
                  <a:lnTo>
                    <a:pt x="133411" y="306816"/>
                  </a:lnTo>
                  <a:cubicBezTo>
                    <a:pt x="133411" y="303302"/>
                    <a:pt x="136494" y="300220"/>
                    <a:pt x="140009" y="300220"/>
                  </a:cubicBezTo>
                  <a:lnTo>
                    <a:pt x="339600" y="300220"/>
                  </a:lnTo>
                  <a:cubicBezTo>
                    <a:pt x="343114" y="300220"/>
                    <a:pt x="346198" y="303302"/>
                    <a:pt x="346198" y="306816"/>
                  </a:cubicBezTo>
                  <a:lnTo>
                    <a:pt x="346198" y="312767"/>
                  </a:lnTo>
                  <a:cubicBezTo>
                    <a:pt x="346198" y="316757"/>
                    <a:pt x="349431" y="319992"/>
                    <a:pt x="353422" y="319992"/>
                  </a:cubicBezTo>
                  <a:cubicBezTo>
                    <a:pt x="357413" y="319992"/>
                    <a:pt x="360647" y="316757"/>
                    <a:pt x="360647" y="312767"/>
                  </a:cubicBezTo>
                  <a:lnTo>
                    <a:pt x="360647" y="306816"/>
                  </a:lnTo>
                  <a:cubicBezTo>
                    <a:pt x="360647" y="301582"/>
                    <a:pt x="358614" y="296724"/>
                    <a:pt x="355316" y="292995"/>
                  </a:cubicBezTo>
                  <a:cubicBezTo>
                    <a:pt x="358613" y="289266"/>
                    <a:pt x="360646" y="284408"/>
                    <a:pt x="360646" y="279175"/>
                  </a:cubicBezTo>
                  <a:lnTo>
                    <a:pt x="360646" y="263591"/>
                  </a:lnTo>
                  <a:lnTo>
                    <a:pt x="397059" y="263591"/>
                  </a:lnTo>
                  <a:cubicBezTo>
                    <a:pt x="449284" y="263591"/>
                    <a:pt x="494212" y="220939"/>
                    <a:pt x="493188" y="167327"/>
                  </a:cubicBezTo>
                  <a:cubicBezTo>
                    <a:pt x="492699" y="141829"/>
                    <a:pt x="482211" y="118118"/>
                    <a:pt x="463657" y="100561"/>
                  </a:cubicBezTo>
                  <a:cubicBezTo>
                    <a:pt x="445130" y="83030"/>
                    <a:pt x="420907" y="73881"/>
                    <a:pt x="395482" y="74802"/>
                  </a:cubicBezTo>
                  <a:cubicBezTo>
                    <a:pt x="391105" y="74967"/>
                    <a:pt x="386946" y="72559"/>
                    <a:pt x="384833" y="68693"/>
                  </a:cubicBezTo>
                  <a:cubicBezTo>
                    <a:pt x="361683" y="26322"/>
                    <a:pt x="317338" y="0"/>
                    <a:pt x="269099" y="0"/>
                  </a:cubicBezTo>
                  <a:cubicBezTo>
                    <a:pt x="219370" y="0"/>
                    <a:pt x="174394" y="27537"/>
                    <a:pt x="151723" y="71866"/>
                  </a:cubicBezTo>
                  <a:cubicBezTo>
                    <a:pt x="148605" y="77963"/>
                    <a:pt x="143390" y="78323"/>
                    <a:pt x="136882" y="78155"/>
                  </a:cubicBezTo>
                  <a:cubicBezTo>
                    <a:pt x="97745" y="77157"/>
                    <a:pt x="60667" y="101886"/>
                    <a:pt x="47342" y="140797"/>
                  </a:cubicBezTo>
                  <a:cubicBezTo>
                    <a:pt x="46205" y="144113"/>
                    <a:pt x="43428" y="146761"/>
                    <a:pt x="39723" y="148063"/>
                  </a:cubicBezTo>
                  <a:cubicBezTo>
                    <a:pt x="14978" y="156761"/>
                    <a:pt x="-967" y="180242"/>
                    <a:pt x="46" y="206495"/>
                  </a:cubicBezTo>
                  <a:cubicBezTo>
                    <a:pt x="1280" y="238539"/>
                    <a:pt x="28391" y="263591"/>
                    <a:pt x="60604" y="263591"/>
                  </a:cubicBezTo>
                  <a:close/>
                  <a:moveTo>
                    <a:pt x="346197" y="279175"/>
                  </a:moveTo>
                  <a:cubicBezTo>
                    <a:pt x="346197" y="282688"/>
                    <a:pt x="343114" y="285771"/>
                    <a:pt x="339600" y="285771"/>
                  </a:cubicBezTo>
                  <a:lnTo>
                    <a:pt x="140009" y="285771"/>
                  </a:lnTo>
                  <a:cubicBezTo>
                    <a:pt x="136495" y="285771"/>
                    <a:pt x="133411" y="282688"/>
                    <a:pt x="133411" y="279175"/>
                  </a:cubicBezTo>
                  <a:cubicBezTo>
                    <a:pt x="133411" y="272558"/>
                    <a:pt x="133411" y="240173"/>
                    <a:pt x="133411" y="233558"/>
                  </a:cubicBezTo>
                  <a:cubicBezTo>
                    <a:pt x="133411" y="230045"/>
                    <a:pt x="136494" y="226962"/>
                    <a:pt x="140009" y="226962"/>
                  </a:cubicBezTo>
                  <a:lnTo>
                    <a:pt x="339600" y="226962"/>
                  </a:lnTo>
                  <a:cubicBezTo>
                    <a:pt x="343113" y="226962"/>
                    <a:pt x="346197" y="230045"/>
                    <a:pt x="346197" y="233558"/>
                  </a:cubicBezTo>
                  <a:close/>
                  <a:moveTo>
                    <a:pt x="346197" y="205916"/>
                  </a:moveTo>
                  <a:cubicBezTo>
                    <a:pt x="346197" y="209430"/>
                    <a:pt x="343114" y="212513"/>
                    <a:pt x="339600" y="212513"/>
                  </a:cubicBezTo>
                  <a:lnTo>
                    <a:pt x="140009" y="212513"/>
                  </a:lnTo>
                  <a:cubicBezTo>
                    <a:pt x="136495" y="212513"/>
                    <a:pt x="133411" y="209430"/>
                    <a:pt x="133411" y="205916"/>
                  </a:cubicBezTo>
                  <a:lnTo>
                    <a:pt x="133411" y="160300"/>
                  </a:lnTo>
                  <a:cubicBezTo>
                    <a:pt x="133411" y="156786"/>
                    <a:pt x="136494" y="153703"/>
                    <a:pt x="140009" y="153703"/>
                  </a:cubicBezTo>
                  <a:lnTo>
                    <a:pt x="339600" y="153703"/>
                  </a:lnTo>
                  <a:cubicBezTo>
                    <a:pt x="343112" y="153703"/>
                    <a:pt x="346197" y="156785"/>
                    <a:pt x="346197" y="160300"/>
                  </a:cubicBezTo>
                  <a:close/>
                  <a:moveTo>
                    <a:pt x="44515" y="161697"/>
                  </a:moveTo>
                  <a:cubicBezTo>
                    <a:pt x="52419" y="158919"/>
                    <a:pt x="58431" y="153008"/>
                    <a:pt x="61011" y="145481"/>
                  </a:cubicBezTo>
                  <a:cubicBezTo>
                    <a:pt x="72176" y="112879"/>
                    <a:pt x="103326" y="91746"/>
                    <a:pt x="136513" y="92600"/>
                  </a:cubicBezTo>
                  <a:cubicBezTo>
                    <a:pt x="142674" y="92761"/>
                    <a:pt x="157081" y="93124"/>
                    <a:pt x="164589" y="78446"/>
                  </a:cubicBezTo>
                  <a:cubicBezTo>
                    <a:pt x="184776" y="38972"/>
                    <a:pt x="224822" y="14450"/>
                    <a:pt x="269099" y="14450"/>
                  </a:cubicBezTo>
                  <a:cubicBezTo>
                    <a:pt x="312050" y="14450"/>
                    <a:pt x="351538" y="37890"/>
                    <a:pt x="372151" y="75621"/>
                  </a:cubicBezTo>
                  <a:cubicBezTo>
                    <a:pt x="376864" y="84246"/>
                    <a:pt x="386226" y="89580"/>
                    <a:pt x="396001" y="89242"/>
                  </a:cubicBezTo>
                  <a:cubicBezTo>
                    <a:pt x="417508" y="88460"/>
                    <a:pt x="438035" y="96210"/>
                    <a:pt x="453726" y="111057"/>
                  </a:cubicBezTo>
                  <a:cubicBezTo>
                    <a:pt x="469443" y="125928"/>
                    <a:pt x="478327" y="146011"/>
                    <a:pt x="478740" y="167604"/>
                  </a:cubicBezTo>
                  <a:cubicBezTo>
                    <a:pt x="479604" y="212742"/>
                    <a:pt x="441598" y="249142"/>
                    <a:pt x="397059" y="249142"/>
                  </a:cubicBezTo>
                  <a:lnTo>
                    <a:pt x="360646" y="249142"/>
                  </a:lnTo>
                  <a:lnTo>
                    <a:pt x="360646" y="233558"/>
                  </a:lnTo>
                  <a:cubicBezTo>
                    <a:pt x="360646" y="228713"/>
                    <a:pt x="358851" y="223726"/>
                    <a:pt x="355323" y="219737"/>
                  </a:cubicBezTo>
                  <a:cubicBezTo>
                    <a:pt x="358700" y="215927"/>
                    <a:pt x="360646" y="210985"/>
                    <a:pt x="360646" y="205916"/>
                  </a:cubicBezTo>
                  <a:lnTo>
                    <a:pt x="360646" y="160300"/>
                  </a:lnTo>
                  <a:cubicBezTo>
                    <a:pt x="360646" y="148892"/>
                    <a:pt x="351007" y="139255"/>
                    <a:pt x="339600" y="139255"/>
                  </a:cubicBezTo>
                  <a:lnTo>
                    <a:pt x="140009" y="139255"/>
                  </a:lnTo>
                  <a:cubicBezTo>
                    <a:pt x="128604" y="139255"/>
                    <a:pt x="118962" y="148889"/>
                    <a:pt x="118962" y="160300"/>
                  </a:cubicBezTo>
                  <a:lnTo>
                    <a:pt x="118962" y="205916"/>
                  </a:lnTo>
                  <a:cubicBezTo>
                    <a:pt x="118962" y="211160"/>
                    <a:pt x="121030" y="216063"/>
                    <a:pt x="124285" y="219737"/>
                  </a:cubicBezTo>
                  <a:cubicBezTo>
                    <a:pt x="120879" y="223587"/>
                    <a:pt x="118962" y="228525"/>
                    <a:pt x="118962" y="233558"/>
                  </a:cubicBezTo>
                  <a:lnTo>
                    <a:pt x="118962" y="249142"/>
                  </a:lnTo>
                  <a:lnTo>
                    <a:pt x="60604" y="249142"/>
                  </a:lnTo>
                  <a:cubicBezTo>
                    <a:pt x="36092" y="249142"/>
                    <a:pt x="15401" y="229761"/>
                    <a:pt x="14482" y="205940"/>
                  </a:cubicBezTo>
                  <a:cubicBezTo>
                    <a:pt x="13717" y="186059"/>
                    <a:pt x="25785" y="168279"/>
                    <a:pt x="44515" y="16169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5" name="Google Shape;525;p39"/>
            <p:cNvSpPr/>
            <p:nvPr/>
          </p:nvSpPr>
          <p:spPr>
            <a:xfrm>
              <a:off x="3931422" y="5819089"/>
              <a:ext cx="113985" cy="34221"/>
            </a:xfrm>
            <a:custGeom>
              <a:rect b="b" l="l" r="r" t="t"/>
              <a:pathLst>
                <a:path extrusionOk="0" h="34221" w="113985">
                  <a:moveTo>
                    <a:pt x="0" y="26997"/>
                  </a:moveTo>
                  <a:cubicBezTo>
                    <a:pt x="0" y="30987"/>
                    <a:pt x="3234" y="34222"/>
                    <a:pt x="7225" y="34222"/>
                  </a:cubicBezTo>
                  <a:lnTo>
                    <a:pt x="92939" y="34222"/>
                  </a:lnTo>
                  <a:cubicBezTo>
                    <a:pt x="104347" y="34222"/>
                    <a:pt x="113985" y="24584"/>
                    <a:pt x="113985" y="13176"/>
                  </a:cubicBezTo>
                  <a:lnTo>
                    <a:pt x="113985" y="7225"/>
                  </a:lnTo>
                  <a:cubicBezTo>
                    <a:pt x="113985" y="3235"/>
                    <a:pt x="110752" y="0"/>
                    <a:pt x="106761" y="0"/>
                  </a:cubicBezTo>
                  <a:cubicBezTo>
                    <a:pt x="102770" y="0"/>
                    <a:pt x="99536" y="3235"/>
                    <a:pt x="99536" y="7225"/>
                  </a:cubicBezTo>
                  <a:lnTo>
                    <a:pt x="99536" y="13176"/>
                  </a:lnTo>
                  <a:cubicBezTo>
                    <a:pt x="99536" y="16690"/>
                    <a:pt x="96454" y="19772"/>
                    <a:pt x="92939" y="19772"/>
                  </a:cubicBezTo>
                  <a:lnTo>
                    <a:pt x="7225" y="19772"/>
                  </a:lnTo>
                  <a:cubicBezTo>
                    <a:pt x="3234" y="19772"/>
                    <a:pt x="0" y="23007"/>
                    <a:pt x="0" y="2699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26" name="Google Shape;526;p39"/>
          <p:cNvGrpSpPr/>
          <p:nvPr/>
        </p:nvGrpSpPr>
        <p:grpSpPr>
          <a:xfrm>
            <a:off x="1011217" y="1538230"/>
            <a:ext cx="384055" cy="358453"/>
            <a:chOff x="5246797" y="1981426"/>
            <a:chExt cx="354752" cy="336512"/>
          </a:xfrm>
        </p:grpSpPr>
        <p:sp>
          <p:nvSpPr>
            <p:cNvPr id="527" name="Google Shape;527;p39"/>
            <p:cNvSpPr/>
            <p:nvPr/>
          </p:nvSpPr>
          <p:spPr>
            <a:xfrm>
              <a:off x="5246797" y="1981426"/>
              <a:ext cx="354752" cy="336512"/>
            </a:xfrm>
            <a:custGeom>
              <a:rect b="b" l="l" r="r" t="t"/>
              <a:pathLst>
                <a:path extrusionOk="0" h="10516" w="11086">
                  <a:moveTo>
                    <a:pt x="3239" y="312"/>
                  </a:moveTo>
                  <a:cubicBezTo>
                    <a:pt x="3352" y="312"/>
                    <a:pt x="3467" y="328"/>
                    <a:pt x="3584" y="359"/>
                  </a:cubicBezTo>
                  <a:cubicBezTo>
                    <a:pt x="4120" y="490"/>
                    <a:pt x="4322" y="955"/>
                    <a:pt x="4275" y="1324"/>
                  </a:cubicBezTo>
                  <a:cubicBezTo>
                    <a:pt x="4215" y="1776"/>
                    <a:pt x="3906" y="1979"/>
                    <a:pt x="3584" y="2038"/>
                  </a:cubicBezTo>
                  <a:lnTo>
                    <a:pt x="3679" y="1955"/>
                  </a:lnTo>
                  <a:cubicBezTo>
                    <a:pt x="3799" y="1824"/>
                    <a:pt x="3846" y="1633"/>
                    <a:pt x="3810" y="1443"/>
                  </a:cubicBezTo>
                  <a:cubicBezTo>
                    <a:pt x="3787" y="1193"/>
                    <a:pt x="3572" y="1014"/>
                    <a:pt x="3310" y="990"/>
                  </a:cubicBezTo>
                  <a:lnTo>
                    <a:pt x="3263" y="990"/>
                  </a:lnTo>
                  <a:cubicBezTo>
                    <a:pt x="3013" y="990"/>
                    <a:pt x="2798" y="1133"/>
                    <a:pt x="2679" y="1383"/>
                  </a:cubicBezTo>
                  <a:cubicBezTo>
                    <a:pt x="2620" y="1383"/>
                    <a:pt x="2560" y="1383"/>
                    <a:pt x="2477" y="1371"/>
                  </a:cubicBezTo>
                  <a:cubicBezTo>
                    <a:pt x="2275" y="1324"/>
                    <a:pt x="2120" y="1252"/>
                    <a:pt x="1977" y="1097"/>
                  </a:cubicBezTo>
                  <a:cubicBezTo>
                    <a:pt x="2060" y="1002"/>
                    <a:pt x="2179" y="836"/>
                    <a:pt x="2358" y="669"/>
                  </a:cubicBezTo>
                  <a:cubicBezTo>
                    <a:pt x="2629" y="433"/>
                    <a:pt x="2926" y="312"/>
                    <a:pt x="3239" y="312"/>
                  </a:cubicBezTo>
                  <a:close/>
                  <a:moveTo>
                    <a:pt x="4549" y="9837"/>
                  </a:moveTo>
                  <a:lnTo>
                    <a:pt x="4870" y="9944"/>
                  </a:lnTo>
                  <a:lnTo>
                    <a:pt x="4858" y="10182"/>
                  </a:lnTo>
                  <a:lnTo>
                    <a:pt x="4394" y="10182"/>
                  </a:lnTo>
                  <a:lnTo>
                    <a:pt x="4549" y="9837"/>
                  </a:lnTo>
                  <a:close/>
                  <a:moveTo>
                    <a:pt x="10025" y="9837"/>
                  </a:moveTo>
                  <a:lnTo>
                    <a:pt x="10383" y="9956"/>
                  </a:lnTo>
                  <a:lnTo>
                    <a:pt x="10347" y="10182"/>
                  </a:lnTo>
                  <a:lnTo>
                    <a:pt x="9871" y="10182"/>
                  </a:lnTo>
                  <a:lnTo>
                    <a:pt x="10025" y="9837"/>
                  </a:lnTo>
                  <a:close/>
                  <a:moveTo>
                    <a:pt x="3258" y="0"/>
                  </a:moveTo>
                  <a:cubicBezTo>
                    <a:pt x="2856" y="0"/>
                    <a:pt x="2470" y="146"/>
                    <a:pt x="2132" y="431"/>
                  </a:cubicBezTo>
                  <a:cubicBezTo>
                    <a:pt x="1846" y="669"/>
                    <a:pt x="1691" y="943"/>
                    <a:pt x="1643" y="1026"/>
                  </a:cubicBezTo>
                  <a:cubicBezTo>
                    <a:pt x="691" y="1836"/>
                    <a:pt x="60" y="2848"/>
                    <a:pt x="36" y="2895"/>
                  </a:cubicBezTo>
                  <a:cubicBezTo>
                    <a:pt x="0" y="2931"/>
                    <a:pt x="0" y="2979"/>
                    <a:pt x="24" y="3026"/>
                  </a:cubicBezTo>
                  <a:lnTo>
                    <a:pt x="119" y="3324"/>
                  </a:lnTo>
                  <a:cubicBezTo>
                    <a:pt x="203" y="3526"/>
                    <a:pt x="393" y="3669"/>
                    <a:pt x="596" y="3669"/>
                  </a:cubicBezTo>
                  <a:cubicBezTo>
                    <a:pt x="631" y="3669"/>
                    <a:pt x="679" y="3669"/>
                    <a:pt x="703" y="3645"/>
                  </a:cubicBezTo>
                  <a:cubicBezTo>
                    <a:pt x="953" y="3598"/>
                    <a:pt x="1191" y="3586"/>
                    <a:pt x="1417" y="3574"/>
                  </a:cubicBezTo>
                  <a:cubicBezTo>
                    <a:pt x="1703" y="3562"/>
                    <a:pt x="1989" y="3538"/>
                    <a:pt x="2239" y="3443"/>
                  </a:cubicBezTo>
                  <a:cubicBezTo>
                    <a:pt x="2322" y="3622"/>
                    <a:pt x="2405" y="3884"/>
                    <a:pt x="2489" y="4217"/>
                  </a:cubicBezTo>
                  <a:cubicBezTo>
                    <a:pt x="2727" y="5062"/>
                    <a:pt x="3037" y="6217"/>
                    <a:pt x="4072" y="6741"/>
                  </a:cubicBezTo>
                  <a:lnTo>
                    <a:pt x="4370" y="7979"/>
                  </a:lnTo>
                  <a:lnTo>
                    <a:pt x="4370" y="9456"/>
                  </a:lnTo>
                  <a:lnTo>
                    <a:pt x="4013" y="10289"/>
                  </a:lnTo>
                  <a:cubicBezTo>
                    <a:pt x="3989" y="10337"/>
                    <a:pt x="3989" y="10384"/>
                    <a:pt x="4025" y="10432"/>
                  </a:cubicBezTo>
                  <a:cubicBezTo>
                    <a:pt x="4049" y="10480"/>
                    <a:pt x="4096" y="10515"/>
                    <a:pt x="4156" y="10515"/>
                  </a:cubicBezTo>
                  <a:lnTo>
                    <a:pt x="5025" y="10515"/>
                  </a:lnTo>
                  <a:cubicBezTo>
                    <a:pt x="5108" y="10515"/>
                    <a:pt x="5168" y="10456"/>
                    <a:pt x="5180" y="10360"/>
                  </a:cubicBezTo>
                  <a:lnTo>
                    <a:pt x="5382" y="7134"/>
                  </a:lnTo>
                  <a:cubicBezTo>
                    <a:pt x="5465" y="7134"/>
                    <a:pt x="5561" y="7146"/>
                    <a:pt x="5644" y="7146"/>
                  </a:cubicBezTo>
                  <a:cubicBezTo>
                    <a:pt x="5739" y="7146"/>
                    <a:pt x="5811" y="7074"/>
                    <a:pt x="5811" y="7003"/>
                  </a:cubicBezTo>
                  <a:cubicBezTo>
                    <a:pt x="5811" y="6908"/>
                    <a:pt x="5751" y="6836"/>
                    <a:pt x="5656" y="6836"/>
                  </a:cubicBezTo>
                  <a:cubicBezTo>
                    <a:pt x="5573" y="6836"/>
                    <a:pt x="5477" y="6812"/>
                    <a:pt x="5406" y="6812"/>
                  </a:cubicBezTo>
                  <a:lnTo>
                    <a:pt x="5418" y="6551"/>
                  </a:lnTo>
                  <a:cubicBezTo>
                    <a:pt x="5418" y="6455"/>
                    <a:pt x="5358" y="6384"/>
                    <a:pt x="5275" y="6384"/>
                  </a:cubicBezTo>
                  <a:cubicBezTo>
                    <a:pt x="5180" y="6384"/>
                    <a:pt x="5108" y="6443"/>
                    <a:pt x="5108" y="6539"/>
                  </a:cubicBezTo>
                  <a:lnTo>
                    <a:pt x="4918" y="9646"/>
                  </a:lnTo>
                  <a:lnTo>
                    <a:pt x="4691" y="9575"/>
                  </a:lnTo>
                  <a:cubicBezTo>
                    <a:pt x="4703" y="9551"/>
                    <a:pt x="4703" y="9527"/>
                    <a:pt x="4703" y="9515"/>
                  </a:cubicBezTo>
                  <a:lnTo>
                    <a:pt x="4703" y="7991"/>
                  </a:lnTo>
                  <a:lnTo>
                    <a:pt x="4703" y="7944"/>
                  </a:lnTo>
                  <a:lnTo>
                    <a:pt x="4394" y="6622"/>
                  </a:lnTo>
                  <a:cubicBezTo>
                    <a:pt x="4382" y="6574"/>
                    <a:pt x="4346" y="6539"/>
                    <a:pt x="4310" y="6515"/>
                  </a:cubicBezTo>
                  <a:cubicBezTo>
                    <a:pt x="3370" y="6086"/>
                    <a:pt x="3072" y="5027"/>
                    <a:pt x="2846" y="4169"/>
                  </a:cubicBezTo>
                  <a:cubicBezTo>
                    <a:pt x="2763" y="3836"/>
                    <a:pt x="2667" y="3538"/>
                    <a:pt x="2560" y="3336"/>
                  </a:cubicBezTo>
                  <a:cubicBezTo>
                    <a:pt x="2667" y="3264"/>
                    <a:pt x="2775" y="3157"/>
                    <a:pt x="2858" y="3026"/>
                  </a:cubicBezTo>
                  <a:cubicBezTo>
                    <a:pt x="2906" y="2943"/>
                    <a:pt x="2894" y="2848"/>
                    <a:pt x="2822" y="2800"/>
                  </a:cubicBezTo>
                  <a:cubicBezTo>
                    <a:pt x="2790" y="2782"/>
                    <a:pt x="2756" y="2772"/>
                    <a:pt x="2724" y="2772"/>
                  </a:cubicBezTo>
                  <a:cubicBezTo>
                    <a:pt x="2673" y="2772"/>
                    <a:pt x="2625" y="2796"/>
                    <a:pt x="2596" y="2848"/>
                  </a:cubicBezTo>
                  <a:cubicBezTo>
                    <a:pt x="2322" y="3241"/>
                    <a:pt x="1953" y="3264"/>
                    <a:pt x="1429" y="3300"/>
                  </a:cubicBezTo>
                  <a:cubicBezTo>
                    <a:pt x="1215" y="3324"/>
                    <a:pt x="953" y="3336"/>
                    <a:pt x="679" y="3395"/>
                  </a:cubicBezTo>
                  <a:cubicBezTo>
                    <a:pt x="667" y="3397"/>
                    <a:pt x="656" y="3398"/>
                    <a:pt x="645" y="3398"/>
                  </a:cubicBezTo>
                  <a:cubicBezTo>
                    <a:pt x="564" y="3398"/>
                    <a:pt x="496" y="3360"/>
                    <a:pt x="465" y="3276"/>
                  </a:cubicBezTo>
                  <a:lnTo>
                    <a:pt x="393" y="3050"/>
                  </a:lnTo>
                  <a:cubicBezTo>
                    <a:pt x="536" y="2824"/>
                    <a:pt x="1060" y="2050"/>
                    <a:pt x="1810" y="1419"/>
                  </a:cubicBezTo>
                  <a:cubicBezTo>
                    <a:pt x="2138" y="1715"/>
                    <a:pt x="2493" y="1774"/>
                    <a:pt x="2701" y="1774"/>
                  </a:cubicBezTo>
                  <a:cubicBezTo>
                    <a:pt x="2803" y="1774"/>
                    <a:pt x="2870" y="1760"/>
                    <a:pt x="2882" y="1752"/>
                  </a:cubicBezTo>
                  <a:cubicBezTo>
                    <a:pt x="2941" y="1740"/>
                    <a:pt x="2977" y="1705"/>
                    <a:pt x="3001" y="1657"/>
                  </a:cubicBezTo>
                  <a:cubicBezTo>
                    <a:pt x="3084" y="1371"/>
                    <a:pt x="3275" y="1371"/>
                    <a:pt x="3322" y="1371"/>
                  </a:cubicBezTo>
                  <a:cubicBezTo>
                    <a:pt x="3418" y="1383"/>
                    <a:pt x="3513" y="1431"/>
                    <a:pt x="3537" y="1550"/>
                  </a:cubicBezTo>
                  <a:cubicBezTo>
                    <a:pt x="3548" y="1657"/>
                    <a:pt x="3537" y="1728"/>
                    <a:pt x="3477" y="1800"/>
                  </a:cubicBezTo>
                  <a:cubicBezTo>
                    <a:pt x="3334" y="1955"/>
                    <a:pt x="3037" y="2002"/>
                    <a:pt x="2941" y="2002"/>
                  </a:cubicBezTo>
                  <a:cubicBezTo>
                    <a:pt x="2858" y="2002"/>
                    <a:pt x="2798" y="2038"/>
                    <a:pt x="2786" y="2098"/>
                  </a:cubicBezTo>
                  <a:cubicBezTo>
                    <a:pt x="2775" y="2157"/>
                    <a:pt x="2786" y="2229"/>
                    <a:pt x="2846" y="2276"/>
                  </a:cubicBezTo>
                  <a:cubicBezTo>
                    <a:pt x="2858" y="2300"/>
                    <a:pt x="3060" y="2443"/>
                    <a:pt x="3358" y="2443"/>
                  </a:cubicBezTo>
                  <a:lnTo>
                    <a:pt x="3394" y="2443"/>
                  </a:lnTo>
                  <a:cubicBezTo>
                    <a:pt x="3489" y="2443"/>
                    <a:pt x="3560" y="2443"/>
                    <a:pt x="3632" y="2431"/>
                  </a:cubicBezTo>
                  <a:cubicBezTo>
                    <a:pt x="3727" y="2705"/>
                    <a:pt x="3810" y="2979"/>
                    <a:pt x="4025" y="3098"/>
                  </a:cubicBezTo>
                  <a:cubicBezTo>
                    <a:pt x="4522" y="3413"/>
                    <a:pt x="5457" y="3460"/>
                    <a:pt x="6454" y="3460"/>
                  </a:cubicBezTo>
                  <a:cubicBezTo>
                    <a:pt x="6698" y="3460"/>
                    <a:pt x="6946" y="3457"/>
                    <a:pt x="7192" y="3455"/>
                  </a:cubicBezTo>
                  <a:cubicBezTo>
                    <a:pt x="7402" y="3452"/>
                    <a:pt x="7611" y="3450"/>
                    <a:pt x="7813" y="3450"/>
                  </a:cubicBezTo>
                  <a:cubicBezTo>
                    <a:pt x="8512" y="3450"/>
                    <a:pt x="9135" y="3475"/>
                    <a:pt x="9514" y="3586"/>
                  </a:cubicBezTo>
                  <a:cubicBezTo>
                    <a:pt x="10406" y="3884"/>
                    <a:pt x="10585" y="4491"/>
                    <a:pt x="10585" y="4955"/>
                  </a:cubicBezTo>
                  <a:cubicBezTo>
                    <a:pt x="10585" y="5265"/>
                    <a:pt x="10514" y="5538"/>
                    <a:pt x="10442" y="5800"/>
                  </a:cubicBezTo>
                  <a:cubicBezTo>
                    <a:pt x="10347" y="6146"/>
                    <a:pt x="10240" y="6503"/>
                    <a:pt x="10323" y="6920"/>
                  </a:cubicBezTo>
                  <a:cubicBezTo>
                    <a:pt x="10395" y="7324"/>
                    <a:pt x="10657" y="7670"/>
                    <a:pt x="10764" y="7801"/>
                  </a:cubicBezTo>
                  <a:lnTo>
                    <a:pt x="10478" y="9670"/>
                  </a:lnTo>
                  <a:lnTo>
                    <a:pt x="10204" y="9587"/>
                  </a:lnTo>
                  <a:cubicBezTo>
                    <a:pt x="10204" y="9575"/>
                    <a:pt x="10216" y="9551"/>
                    <a:pt x="10216" y="9539"/>
                  </a:cubicBezTo>
                  <a:lnTo>
                    <a:pt x="10430" y="7872"/>
                  </a:lnTo>
                  <a:cubicBezTo>
                    <a:pt x="10454" y="7813"/>
                    <a:pt x="10418" y="7753"/>
                    <a:pt x="10359" y="7705"/>
                  </a:cubicBezTo>
                  <a:cubicBezTo>
                    <a:pt x="9216" y="6967"/>
                    <a:pt x="8811" y="6253"/>
                    <a:pt x="8692" y="5979"/>
                  </a:cubicBezTo>
                  <a:cubicBezTo>
                    <a:pt x="8674" y="5924"/>
                    <a:pt x="8607" y="5884"/>
                    <a:pt x="8544" y="5884"/>
                  </a:cubicBezTo>
                  <a:cubicBezTo>
                    <a:pt x="8525" y="5884"/>
                    <a:pt x="8506" y="5887"/>
                    <a:pt x="8490" y="5896"/>
                  </a:cubicBezTo>
                  <a:cubicBezTo>
                    <a:pt x="8406" y="5919"/>
                    <a:pt x="8371" y="6027"/>
                    <a:pt x="8394" y="6098"/>
                  </a:cubicBezTo>
                  <a:lnTo>
                    <a:pt x="8501" y="6312"/>
                  </a:lnTo>
                  <a:cubicBezTo>
                    <a:pt x="8168" y="6431"/>
                    <a:pt x="7239" y="6753"/>
                    <a:pt x="6346" y="6812"/>
                  </a:cubicBezTo>
                  <a:cubicBezTo>
                    <a:pt x="6251" y="6812"/>
                    <a:pt x="6180" y="6896"/>
                    <a:pt x="6192" y="6979"/>
                  </a:cubicBezTo>
                  <a:cubicBezTo>
                    <a:pt x="6192" y="7074"/>
                    <a:pt x="6263" y="7134"/>
                    <a:pt x="6358" y="7134"/>
                  </a:cubicBezTo>
                  <a:lnTo>
                    <a:pt x="6370" y="7134"/>
                  </a:lnTo>
                  <a:cubicBezTo>
                    <a:pt x="7382" y="7074"/>
                    <a:pt x="8430" y="6681"/>
                    <a:pt x="8692" y="6574"/>
                  </a:cubicBezTo>
                  <a:cubicBezTo>
                    <a:pt x="8942" y="6932"/>
                    <a:pt x="9383" y="7408"/>
                    <a:pt x="10109" y="7908"/>
                  </a:cubicBezTo>
                  <a:lnTo>
                    <a:pt x="9895" y="9432"/>
                  </a:lnTo>
                  <a:lnTo>
                    <a:pt x="9525" y="10289"/>
                  </a:lnTo>
                  <a:cubicBezTo>
                    <a:pt x="9514" y="10325"/>
                    <a:pt x="9514" y="10384"/>
                    <a:pt x="9537" y="10432"/>
                  </a:cubicBezTo>
                  <a:cubicBezTo>
                    <a:pt x="9573" y="10480"/>
                    <a:pt x="9621" y="10503"/>
                    <a:pt x="9680" y="10503"/>
                  </a:cubicBezTo>
                  <a:lnTo>
                    <a:pt x="10537" y="10503"/>
                  </a:lnTo>
                  <a:cubicBezTo>
                    <a:pt x="10609" y="10503"/>
                    <a:pt x="10692" y="10444"/>
                    <a:pt x="10704" y="10372"/>
                  </a:cubicBezTo>
                  <a:lnTo>
                    <a:pt x="11085" y="7741"/>
                  </a:lnTo>
                  <a:cubicBezTo>
                    <a:pt x="11049" y="7682"/>
                    <a:pt x="11026" y="7634"/>
                    <a:pt x="10990" y="7610"/>
                  </a:cubicBezTo>
                  <a:cubicBezTo>
                    <a:pt x="10990" y="7610"/>
                    <a:pt x="10645" y="7241"/>
                    <a:pt x="10573" y="6824"/>
                  </a:cubicBezTo>
                  <a:cubicBezTo>
                    <a:pt x="10514" y="6479"/>
                    <a:pt x="10585" y="6181"/>
                    <a:pt x="10680" y="5848"/>
                  </a:cubicBezTo>
                  <a:cubicBezTo>
                    <a:pt x="10752" y="5574"/>
                    <a:pt x="10835" y="5277"/>
                    <a:pt x="10835" y="4919"/>
                  </a:cubicBezTo>
                  <a:cubicBezTo>
                    <a:pt x="10835" y="4110"/>
                    <a:pt x="10383" y="3514"/>
                    <a:pt x="9537" y="3252"/>
                  </a:cubicBezTo>
                  <a:cubicBezTo>
                    <a:pt x="9075" y="3095"/>
                    <a:pt x="8298" y="3086"/>
                    <a:pt x="7459" y="3086"/>
                  </a:cubicBezTo>
                  <a:cubicBezTo>
                    <a:pt x="7347" y="3086"/>
                    <a:pt x="7234" y="3086"/>
                    <a:pt x="7120" y="3086"/>
                  </a:cubicBezTo>
                  <a:cubicBezTo>
                    <a:pt x="6906" y="3088"/>
                    <a:pt x="6687" y="3090"/>
                    <a:pt x="6469" y="3090"/>
                  </a:cubicBezTo>
                  <a:cubicBezTo>
                    <a:pt x="5513" y="3090"/>
                    <a:pt x="4578" y="3048"/>
                    <a:pt x="4132" y="2776"/>
                  </a:cubicBezTo>
                  <a:cubicBezTo>
                    <a:pt x="4025" y="2717"/>
                    <a:pt x="3953" y="2490"/>
                    <a:pt x="3894" y="2276"/>
                  </a:cubicBezTo>
                  <a:cubicBezTo>
                    <a:pt x="4310" y="2098"/>
                    <a:pt x="4549" y="1740"/>
                    <a:pt x="4584" y="1371"/>
                  </a:cubicBezTo>
                  <a:cubicBezTo>
                    <a:pt x="4620" y="1086"/>
                    <a:pt x="4561" y="800"/>
                    <a:pt x="4406" y="562"/>
                  </a:cubicBezTo>
                  <a:cubicBezTo>
                    <a:pt x="4251" y="312"/>
                    <a:pt x="3989" y="133"/>
                    <a:pt x="3668" y="50"/>
                  </a:cubicBezTo>
                  <a:cubicBezTo>
                    <a:pt x="3530" y="17"/>
                    <a:pt x="3393" y="0"/>
                    <a:pt x="325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9"/>
            <p:cNvSpPr/>
            <p:nvPr/>
          </p:nvSpPr>
          <p:spPr>
            <a:xfrm>
              <a:off x="5295565" y="2044338"/>
              <a:ext cx="10304" cy="10688"/>
            </a:xfrm>
            <a:custGeom>
              <a:rect b="b" l="l" r="r" t="t"/>
              <a:pathLst>
                <a:path extrusionOk="0" h="334" w="322">
                  <a:moveTo>
                    <a:pt x="167" y="1"/>
                  </a:moveTo>
                  <a:cubicBezTo>
                    <a:pt x="72" y="1"/>
                    <a:pt x="0" y="72"/>
                    <a:pt x="0" y="167"/>
                  </a:cubicBezTo>
                  <a:cubicBezTo>
                    <a:pt x="0" y="251"/>
                    <a:pt x="72" y="334"/>
                    <a:pt x="167" y="334"/>
                  </a:cubicBezTo>
                  <a:cubicBezTo>
                    <a:pt x="250" y="334"/>
                    <a:pt x="322" y="251"/>
                    <a:pt x="322" y="167"/>
                  </a:cubicBezTo>
                  <a:cubicBezTo>
                    <a:pt x="322" y="72"/>
                    <a:pt x="250" y="1"/>
                    <a:pt x="16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 name="Google Shape;529;p39"/>
          <p:cNvGrpSpPr/>
          <p:nvPr/>
        </p:nvGrpSpPr>
        <p:grpSpPr>
          <a:xfrm>
            <a:off x="3673262" y="1548847"/>
            <a:ext cx="384035" cy="337227"/>
            <a:chOff x="7718850" y="3678550"/>
            <a:chExt cx="376800" cy="327500"/>
          </a:xfrm>
        </p:grpSpPr>
        <p:sp>
          <p:nvSpPr>
            <p:cNvPr id="530" name="Google Shape;530;p39"/>
            <p:cNvSpPr/>
            <p:nvPr/>
          </p:nvSpPr>
          <p:spPr>
            <a:xfrm>
              <a:off x="7718850" y="3678550"/>
              <a:ext cx="376800" cy="327500"/>
            </a:xfrm>
            <a:custGeom>
              <a:rect b="b" l="l" r="r" t="t"/>
              <a:pathLst>
                <a:path extrusionOk="0" h="13100" w="15072">
                  <a:moveTo>
                    <a:pt x="4560" y="5344"/>
                  </a:moveTo>
                  <a:cubicBezTo>
                    <a:pt x="4746" y="6709"/>
                    <a:pt x="5522" y="7950"/>
                    <a:pt x="6700" y="8726"/>
                  </a:cubicBezTo>
                  <a:lnTo>
                    <a:pt x="6762" y="9594"/>
                  </a:lnTo>
                  <a:cubicBezTo>
                    <a:pt x="6793" y="9687"/>
                    <a:pt x="6855" y="9780"/>
                    <a:pt x="6948" y="9811"/>
                  </a:cubicBezTo>
                  <a:cubicBezTo>
                    <a:pt x="6979" y="9842"/>
                    <a:pt x="7010" y="9842"/>
                    <a:pt x="7073" y="9842"/>
                  </a:cubicBezTo>
                  <a:cubicBezTo>
                    <a:pt x="7135" y="9842"/>
                    <a:pt x="7197" y="9842"/>
                    <a:pt x="7228" y="9780"/>
                  </a:cubicBezTo>
                  <a:lnTo>
                    <a:pt x="7941" y="9284"/>
                  </a:lnTo>
                  <a:cubicBezTo>
                    <a:pt x="8382" y="9417"/>
                    <a:pt x="8833" y="9483"/>
                    <a:pt x="9282" y="9483"/>
                  </a:cubicBezTo>
                  <a:cubicBezTo>
                    <a:pt x="10191" y="9483"/>
                    <a:pt x="11091" y="9214"/>
                    <a:pt x="11881" y="8695"/>
                  </a:cubicBezTo>
                  <a:lnTo>
                    <a:pt x="11881" y="11765"/>
                  </a:lnTo>
                  <a:lnTo>
                    <a:pt x="2202" y="11765"/>
                  </a:lnTo>
                  <a:lnTo>
                    <a:pt x="2202" y="5376"/>
                  </a:lnTo>
                  <a:cubicBezTo>
                    <a:pt x="2202" y="5344"/>
                    <a:pt x="2202" y="5344"/>
                    <a:pt x="2202" y="5344"/>
                  </a:cubicBezTo>
                  <a:close/>
                  <a:moveTo>
                    <a:pt x="12749" y="7950"/>
                  </a:moveTo>
                  <a:lnTo>
                    <a:pt x="12749" y="11765"/>
                  </a:lnTo>
                  <a:lnTo>
                    <a:pt x="12284" y="11765"/>
                  </a:lnTo>
                  <a:lnTo>
                    <a:pt x="12284" y="8415"/>
                  </a:lnTo>
                  <a:cubicBezTo>
                    <a:pt x="12284" y="8415"/>
                    <a:pt x="12284" y="8415"/>
                    <a:pt x="12284" y="8384"/>
                  </a:cubicBezTo>
                  <a:cubicBezTo>
                    <a:pt x="12439" y="8260"/>
                    <a:pt x="12594" y="8105"/>
                    <a:pt x="12749" y="7950"/>
                  </a:cubicBezTo>
                  <a:close/>
                  <a:moveTo>
                    <a:pt x="5615" y="12169"/>
                  </a:moveTo>
                  <a:lnTo>
                    <a:pt x="5615" y="12665"/>
                  </a:lnTo>
                  <a:lnTo>
                    <a:pt x="652" y="12665"/>
                  </a:lnTo>
                  <a:cubicBezTo>
                    <a:pt x="527" y="12665"/>
                    <a:pt x="434" y="12603"/>
                    <a:pt x="434" y="12479"/>
                  </a:cubicBezTo>
                  <a:lnTo>
                    <a:pt x="434" y="12169"/>
                  </a:lnTo>
                  <a:close/>
                  <a:moveTo>
                    <a:pt x="8003" y="12169"/>
                  </a:moveTo>
                  <a:lnTo>
                    <a:pt x="8003" y="12665"/>
                  </a:lnTo>
                  <a:lnTo>
                    <a:pt x="6018" y="12665"/>
                  </a:lnTo>
                  <a:lnTo>
                    <a:pt x="6018" y="12169"/>
                  </a:lnTo>
                  <a:close/>
                  <a:moveTo>
                    <a:pt x="9256" y="0"/>
                  </a:moveTo>
                  <a:cubicBezTo>
                    <a:pt x="8531" y="0"/>
                    <a:pt x="7779" y="176"/>
                    <a:pt x="7042" y="568"/>
                  </a:cubicBezTo>
                  <a:cubicBezTo>
                    <a:pt x="6824" y="622"/>
                    <a:pt x="6964" y="962"/>
                    <a:pt x="7148" y="962"/>
                  </a:cubicBezTo>
                  <a:cubicBezTo>
                    <a:pt x="7174" y="962"/>
                    <a:pt x="7201" y="955"/>
                    <a:pt x="7228" y="940"/>
                  </a:cubicBezTo>
                  <a:cubicBezTo>
                    <a:pt x="7887" y="588"/>
                    <a:pt x="8581" y="425"/>
                    <a:pt x="9258" y="425"/>
                  </a:cubicBezTo>
                  <a:cubicBezTo>
                    <a:pt x="11384" y="425"/>
                    <a:pt x="13344" y="2023"/>
                    <a:pt x="13556" y="4352"/>
                  </a:cubicBezTo>
                  <a:cubicBezTo>
                    <a:pt x="13793" y="6965"/>
                    <a:pt x="11694" y="9084"/>
                    <a:pt x="9248" y="9084"/>
                  </a:cubicBezTo>
                  <a:cubicBezTo>
                    <a:pt x="8819" y="9084"/>
                    <a:pt x="8380" y="9019"/>
                    <a:pt x="7941" y="8881"/>
                  </a:cubicBezTo>
                  <a:cubicBezTo>
                    <a:pt x="7915" y="8868"/>
                    <a:pt x="7890" y="8860"/>
                    <a:pt x="7864" y="8860"/>
                  </a:cubicBezTo>
                  <a:cubicBezTo>
                    <a:pt x="7828" y="8860"/>
                    <a:pt x="7791" y="8875"/>
                    <a:pt x="7755" y="8912"/>
                  </a:cubicBezTo>
                  <a:lnTo>
                    <a:pt x="7135" y="9346"/>
                  </a:lnTo>
                  <a:lnTo>
                    <a:pt x="7073" y="8570"/>
                  </a:lnTo>
                  <a:cubicBezTo>
                    <a:pt x="7073" y="8508"/>
                    <a:pt x="7010" y="8446"/>
                    <a:pt x="6979" y="8415"/>
                  </a:cubicBezTo>
                  <a:cubicBezTo>
                    <a:pt x="4405" y="6802"/>
                    <a:pt x="4219" y="3111"/>
                    <a:pt x="6638" y="1281"/>
                  </a:cubicBezTo>
                  <a:cubicBezTo>
                    <a:pt x="6833" y="1159"/>
                    <a:pt x="6703" y="904"/>
                    <a:pt x="6534" y="904"/>
                  </a:cubicBezTo>
                  <a:cubicBezTo>
                    <a:pt x="6487" y="904"/>
                    <a:pt x="6437" y="924"/>
                    <a:pt x="6390" y="971"/>
                  </a:cubicBezTo>
                  <a:cubicBezTo>
                    <a:pt x="5770" y="1436"/>
                    <a:pt x="5273" y="2056"/>
                    <a:pt x="4932" y="2770"/>
                  </a:cubicBezTo>
                  <a:cubicBezTo>
                    <a:pt x="4746" y="3173"/>
                    <a:pt x="4622" y="3607"/>
                    <a:pt x="4560" y="4042"/>
                  </a:cubicBezTo>
                  <a:lnTo>
                    <a:pt x="1582" y="4042"/>
                  </a:lnTo>
                  <a:cubicBezTo>
                    <a:pt x="1179" y="4042"/>
                    <a:pt x="869" y="4352"/>
                    <a:pt x="869" y="4755"/>
                  </a:cubicBezTo>
                  <a:lnTo>
                    <a:pt x="869" y="8664"/>
                  </a:lnTo>
                  <a:cubicBezTo>
                    <a:pt x="869" y="8803"/>
                    <a:pt x="977" y="8873"/>
                    <a:pt x="1086" y="8873"/>
                  </a:cubicBezTo>
                  <a:cubicBezTo>
                    <a:pt x="1194" y="8873"/>
                    <a:pt x="1303" y="8803"/>
                    <a:pt x="1303" y="8664"/>
                  </a:cubicBezTo>
                  <a:lnTo>
                    <a:pt x="1303" y="4755"/>
                  </a:lnTo>
                  <a:cubicBezTo>
                    <a:pt x="1272" y="4600"/>
                    <a:pt x="1427" y="4476"/>
                    <a:pt x="1582" y="4476"/>
                  </a:cubicBezTo>
                  <a:lnTo>
                    <a:pt x="4529" y="4476"/>
                  </a:lnTo>
                  <a:lnTo>
                    <a:pt x="4529" y="4941"/>
                  </a:lnTo>
                  <a:lnTo>
                    <a:pt x="2202" y="4941"/>
                  </a:lnTo>
                  <a:cubicBezTo>
                    <a:pt x="1954" y="4941"/>
                    <a:pt x="1768" y="5127"/>
                    <a:pt x="1768" y="5376"/>
                  </a:cubicBezTo>
                  <a:lnTo>
                    <a:pt x="1768" y="11765"/>
                  </a:lnTo>
                  <a:lnTo>
                    <a:pt x="1303" y="11765"/>
                  </a:lnTo>
                  <a:lnTo>
                    <a:pt x="1303" y="9501"/>
                  </a:lnTo>
                  <a:cubicBezTo>
                    <a:pt x="1303" y="9361"/>
                    <a:pt x="1194" y="9292"/>
                    <a:pt x="1086" y="9292"/>
                  </a:cubicBezTo>
                  <a:cubicBezTo>
                    <a:pt x="977" y="9292"/>
                    <a:pt x="869" y="9361"/>
                    <a:pt x="869" y="9501"/>
                  </a:cubicBezTo>
                  <a:lnTo>
                    <a:pt x="869" y="11765"/>
                  </a:lnTo>
                  <a:lnTo>
                    <a:pt x="403" y="11765"/>
                  </a:lnTo>
                  <a:cubicBezTo>
                    <a:pt x="186" y="11765"/>
                    <a:pt x="0" y="11921"/>
                    <a:pt x="0" y="12138"/>
                  </a:cubicBezTo>
                  <a:lnTo>
                    <a:pt x="0" y="12479"/>
                  </a:lnTo>
                  <a:cubicBezTo>
                    <a:pt x="0" y="12820"/>
                    <a:pt x="279" y="13099"/>
                    <a:pt x="621" y="13099"/>
                  </a:cubicBezTo>
                  <a:lnTo>
                    <a:pt x="9678" y="13099"/>
                  </a:lnTo>
                  <a:cubicBezTo>
                    <a:pt x="9802" y="13099"/>
                    <a:pt x="9895" y="13006"/>
                    <a:pt x="9895" y="12882"/>
                  </a:cubicBezTo>
                  <a:cubicBezTo>
                    <a:pt x="9895" y="12789"/>
                    <a:pt x="9802" y="12696"/>
                    <a:pt x="9678" y="12696"/>
                  </a:cubicBezTo>
                  <a:lnTo>
                    <a:pt x="8375" y="12696"/>
                  </a:lnTo>
                  <a:lnTo>
                    <a:pt x="8375" y="12169"/>
                  </a:lnTo>
                  <a:lnTo>
                    <a:pt x="13587" y="12169"/>
                  </a:lnTo>
                  <a:lnTo>
                    <a:pt x="13587" y="12479"/>
                  </a:lnTo>
                  <a:cubicBezTo>
                    <a:pt x="13587" y="12603"/>
                    <a:pt x="13494" y="12696"/>
                    <a:pt x="13400" y="12696"/>
                  </a:cubicBezTo>
                  <a:lnTo>
                    <a:pt x="10516" y="12696"/>
                  </a:lnTo>
                  <a:cubicBezTo>
                    <a:pt x="10423" y="12696"/>
                    <a:pt x="10330" y="12789"/>
                    <a:pt x="10330" y="12882"/>
                  </a:cubicBezTo>
                  <a:cubicBezTo>
                    <a:pt x="10330" y="13006"/>
                    <a:pt x="10392" y="13099"/>
                    <a:pt x="10516" y="13099"/>
                  </a:cubicBezTo>
                  <a:lnTo>
                    <a:pt x="13400" y="13099"/>
                  </a:lnTo>
                  <a:cubicBezTo>
                    <a:pt x="13711" y="13099"/>
                    <a:pt x="13990" y="12820"/>
                    <a:pt x="13990" y="12479"/>
                  </a:cubicBezTo>
                  <a:lnTo>
                    <a:pt x="13990" y="12138"/>
                  </a:lnTo>
                  <a:cubicBezTo>
                    <a:pt x="13990" y="11921"/>
                    <a:pt x="13835" y="11734"/>
                    <a:pt x="13618" y="11734"/>
                  </a:cubicBezTo>
                  <a:lnTo>
                    <a:pt x="13618" y="11765"/>
                  </a:lnTo>
                  <a:lnTo>
                    <a:pt x="13121" y="11765"/>
                  </a:lnTo>
                  <a:lnTo>
                    <a:pt x="13121" y="7516"/>
                  </a:lnTo>
                  <a:cubicBezTo>
                    <a:pt x="13121" y="7485"/>
                    <a:pt x="13121" y="7485"/>
                    <a:pt x="13121" y="7454"/>
                  </a:cubicBezTo>
                  <a:cubicBezTo>
                    <a:pt x="13276" y="7237"/>
                    <a:pt x="13431" y="6988"/>
                    <a:pt x="13556" y="6709"/>
                  </a:cubicBezTo>
                  <a:cubicBezTo>
                    <a:pt x="15071" y="3375"/>
                    <a:pt x="12432" y="0"/>
                    <a:pt x="925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9"/>
            <p:cNvSpPr/>
            <p:nvPr/>
          </p:nvSpPr>
          <p:spPr>
            <a:xfrm>
              <a:off x="7863075" y="3709550"/>
              <a:ext cx="203200" cy="174750"/>
            </a:xfrm>
            <a:custGeom>
              <a:rect b="b" l="l" r="r" t="t"/>
              <a:pathLst>
                <a:path extrusionOk="0" h="6990" w="8128">
                  <a:moveTo>
                    <a:pt x="4374" y="506"/>
                  </a:moveTo>
                  <a:cubicBezTo>
                    <a:pt x="5553" y="847"/>
                    <a:pt x="6422" y="1871"/>
                    <a:pt x="6577" y="3081"/>
                  </a:cubicBezTo>
                  <a:lnTo>
                    <a:pt x="3847" y="3081"/>
                  </a:lnTo>
                  <a:cubicBezTo>
                    <a:pt x="3785" y="3081"/>
                    <a:pt x="3754" y="3050"/>
                    <a:pt x="3754" y="2988"/>
                  </a:cubicBezTo>
                  <a:lnTo>
                    <a:pt x="3754" y="2523"/>
                  </a:lnTo>
                  <a:cubicBezTo>
                    <a:pt x="3754" y="2460"/>
                    <a:pt x="3785" y="2398"/>
                    <a:pt x="3847" y="2398"/>
                  </a:cubicBezTo>
                  <a:cubicBezTo>
                    <a:pt x="4126" y="2398"/>
                    <a:pt x="4343" y="2181"/>
                    <a:pt x="4374" y="1902"/>
                  </a:cubicBezTo>
                  <a:lnTo>
                    <a:pt x="4374" y="506"/>
                  </a:lnTo>
                  <a:close/>
                  <a:moveTo>
                    <a:pt x="2234" y="661"/>
                  </a:moveTo>
                  <a:lnTo>
                    <a:pt x="2234" y="1809"/>
                  </a:lnTo>
                  <a:cubicBezTo>
                    <a:pt x="2234" y="2647"/>
                    <a:pt x="1552" y="3298"/>
                    <a:pt x="745" y="3329"/>
                  </a:cubicBezTo>
                  <a:lnTo>
                    <a:pt x="404" y="3329"/>
                  </a:lnTo>
                  <a:cubicBezTo>
                    <a:pt x="466" y="2150"/>
                    <a:pt x="1179" y="1127"/>
                    <a:pt x="2234" y="661"/>
                  </a:cubicBezTo>
                  <a:close/>
                  <a:moveTo>
                    <a:pt x="2141" y="4787"/>
                  </a:moveTo>
                  <a:cubicBezTo>
                    <a:pt x="2451" y="4787"/>
                    <a:pt x="2699" y="5035"/>
                    <a:pt x="2699" y="5345"/>
                  </a:cubicBezTo>
                  <a:lnTo>
                    <a:pt x="2699" y="6121"/>
                  </a:lnTo>
                  <a:cubicBezTo>
                    <a:pt x="2699" y="6245"/>
                    <a:pt x="2699" y="6338"/>
                    <a:pt x="2668" y="6462"/>
                  </a:cubicBezTo>
                  <a:cubicBezTo>
                    <a:pt x="1800" y="6214"/>
                    <a:pt x="1055" y="5593"/>
                    <a:pt x="683" y="4787"/>
                  </a:cubicBezTo>
                  <a:close/>
                  <a:moveTo>
                    <a:pt x="6391" y="4570"/>
                  </a:moveTo>
                  <a:cubicBezTo>
                    <a:pt x="6018" y="5531"/>
                    <a:pt x="5181" y="6276"/>
                    <a:pt x="4157" y="6493"/>
                  </a:cubicBezTo>
                  <a:lnTo>
                    <a:pt x="4157" y="5842"/>
                  </a:lnTo>
                  <a:cubicBezTo>
                    <a:pt x="4157" y="5128"/>
                    <a:pt x="4747" y="4570"/>
                    <a:pt x="5460" y="4570"/>
                  </a:cubicBezTo>
                  <a:close/>
                  <a:moveTo>
                    <a:pt x="3506" y="382"/>
                  </a:moveTo>
                  <a:cubicBezTo>
                    <a:pt x="3661" y="382"/>
                    <a:pt x="3785" y="382"/>
                    <a:pt x="3940" y="413"/>
                  </a:cubicBezTo>
                  <a:lnTo>
                    <a:pt x="3940" y="1902"/>
                  </a:lnTo>
                  <a:cubicBezTo>
                    <a:pt x="3940" y="1933"/>
                    <a:pt x="3878" y="1995"/>
                    <a:pt x="3816" y="1995"/>
                  </a:cubicBezTo>
                  <a:cubicBezTo>
                    <a:pt x="3537" y="1995"/>
                    <a:pt x="3320" y="2212"/>
                    <a:pt x="3320" y="2523"/>
                  </a:cubicBezTo>
                  <a:lnTo>
                    <a:pt x="3320" y="2988"/>
                  </a:lnTo>
                  <a:cubicBezTo>
                    <a:pt x="3320" y="3267"/>
                    <a:pt x="3537" y="3515"/>
                    <a:pt x="3816" y="3515"/>
                  </a:cubicBezTo>
                  <a:lnTo>
                    <a:pt x="6577" y="3515"/>
                  </a:lnTo>
                  <a:cubicBezTo>
                    <a:pt x="6577" y="3732"/>
                    <a:pt x="6546" y="3949"/>
                    <a:pt x="6515" y="4167"/>
                  </a:cubicBezTo>
                  <a:lnTo>
                    <a:pt x="5429" y="4167"/>
                  </a:lnTo>
                  <a:cubicBezTo>
                    <a:pt x="4499" y="4167"/>
                    <a:pt x="3754" y="4911"/>
                    <a:pt x="3754" y="5842"/>
                  </a:cubicBezTo>
                  <a:lnTo>
                    <a:pt x="3754" y="6555"/>
                  </a:lnTo>
                  <a:lnTo>
                    <a:pt x="3475" y="6555"/>
                  </a:lnTo>
                  <a:cubicBezTo>
                    <a:pt x="3351" y="6555"/>
                    <a:pt x="3227" y="6555"/>
                    <a:pt x="3103" y="6524"/>
                  </a:cubicBezTo>
                  <a:cubicBezTo>
                    <a:pt x="3134" y="6400"/>
                    <a:pt x="3134" y="6276"/>
                    <a:pt x="3134" y="6121"/>
                  </a:cubicBezTo>
                  <a:lnTo>
                    <a:pt x="3134" y="5345"/>
                  </a:lnTo>
                  <a:cubicBezTo>
                    <a:pt x="3134" y="4818"/>
                    <a:pt x="2699" y="4384"/>
                    <a:pt x="2172" y="4384"/>
                  </a:cubicBezTo>
                  <a:lnTo>
                    <a:pt x="528" y="4384"/>
                  </a:lnTo>
                  <a:cubicBezTo>
                    <a:pt x="466" y="4167"/>
                    <a:pt x="435" y="3949"/>
                    <a:pt x="404" y="3701"/>
                  </a:cubicBezTo>
                  <a:lnTo>
                    <a:pt x="745" y="3701"/>
                  </a:lnTo>
                  <a:cubicBezTo>
                    <a:pt x="1800" y="3701"/>
                    <a:pt x="2637" y="2864"/>
                    <a:pt x="2637" y="1809"/>
                  </a:cubicBezTo>
                  <a:lnTo>
                    <a:pt x="2637" y="506"/>
                  </a:lnTo>
                  <a:cubicBezTo>
                    <a:pt x="2917" y="413"/>
                    <a:pt x="3227" y="382"/>
                    <a:pt x="3506" y="382"/>
                  </a:cubicBezTo>
                  <a:close/>
                  <a:moveTo>
                    <a:pt x="3506" y="0"/>
                  </a:moveTo>
                  <a:cubicBezTo>
                    <a:pt x="1715" y="0"/>
                    <a:pt x="1" y="1388"/>
                    <a:pt x="1" y="3484"/>
                  </a:cubicBezTo>
                  <a:cubicBezTo>
                    <a:pt x="1" y="5407"/>
                    <a:pt x="1552" y="6989"/>
                    <a:pt x="3475" y="6989"/>
                  </a:cubicBezTo>
                  <a:cubicBezTo>
                    <a:pt x="6577" y="6989"/>
                    <a:pt x="8128" y="3236"/>
                    <a:pt x="5956" y="1034"/>
                  </a:cubicBezTo>
                  <a:cubicBezTo>
                    <a:pt x="5242" y="320"/>
                    <a:pt x="4365" y="0"/>
                    <a:pt x="350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40"/>
          <p:cNvSpPr/>
          <p:nvPr/>
        </p:nvSpPr>
        <p:spPr>
          <a:xfrm flipH="1" rot="10800000">
            <a:off x="737500" y="0"/>
            <a:ext cx="1269000" cy="2358300"/>
          </a:xfrm>
          <a:prstGeom prst="round2SameRect">
            <a:avLst>
              <a:gd fmla="val 16667" name="adj1"/>
              <a:gd fmla="val 0"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537" name="Google Shape;537;p40"/>
          <p:cNvSpPr txBox="1"/>
          <p:nvPr>
            <p:ph type="title"/>
          </p:nvPr>
        </p:nvSpPr>
        <p:spPr>
          <a:xfrm>
            <a:off x="685800" y="3200400"/>
            <a:ext cx="6976200" cy="84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Demo</a:t>
            </a:r>
            <a:endParaRPr/>
          </a:p>
        </p:txBody>
      </p:sp>
      <p:sp>
        <p:nvSpPr>
          <p:cNvPr id="538" name="Google Shape;538;p40"/>
          <p:cNvSpPr txBox="1"/>
          <p:nvPr>
            <p:ph idx="2" type="title"/>
          </p:nvPr>
        </p:nvSpPr>
        <p:spPr>
          <a:xfrm>
            <a:off x="737500" y="1390175"/>
            <a:ext cx="1269000" cy="78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539" name="Google Shape;539;p40">
            <a:hlinkClick action="ppaction://hlinkshowjump?jump=nextslide"/>
          </p:cNvPr>
          <p:cNvSpPr/>
          <p:nvPr/>
        </p:nvSpPr>
        <p:spPr>
          <a:xfrm>
            <a:off x="7893475" y="539500"/>
            <a:ext cx="537300" cy="5178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cxnSp>
        <p:nvCxnSpPr>
          <p:cNvPr id="540" name="Google Shape;540;p40"/>
          <p:cNvCxnSpPr/>
          <p:nvPr/>
        </p:nvCxnSpPr>
        <p:spPr>
          <a:xfrm>
            <a:off x="7983475" y="799625"/>
            <a:ext cx="357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41"/>
          <p:cNvSpPr/>
          <p:nvPr/>
        </p:nvSpPr>
        <p:spPr>
          <a:xfrm flipH="1" rot="10800000">
            <a:off x="737500" y="0"/>
            <a:ext cx="1269000" cy="2358300"/>
          </a:xfrm>
          <a:prstGeom prst="round2SameRect">
            <a:avLst>
              <a:gd fmla="val 1666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546" name="Google Shape;546;p41"/>
          <p:cNvSpPr txBox="1"/>
          <p:nvPr>
            <p:ph type="title"/>
          </p:nvPr>
        </p:nvSpPr>
        <p:spPr>
          <a:xfrm>
            <a:off x="685800" y="3200400"/>
            <a:ext cx="6976200" cy="84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Development Process</a:t>
            </a:r>
            <a:endParaRPr/>
          </a:p>
        </p:txBody>
      </p:sp>
      <p:sp>
        <p:nvSpPr>
          <p:cNvPr id="547" name="Google Shape;547;p41"/>
          <p:cNvSpPr txBox="1"/>
          <p:nvPr>
            <p:ph idx="2" type="title"/>
          </p:nvPr>
        </p:nvSpPr>
        <p:spPr>
          <a:xfrm>
            <a:off x="737500" y="1390175"/>
            <a:ext cx="1269000" cy="78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548" name="Google Shape;548;p41">
            <a:hlinkClick action="ppaction://hlinkshowjump?jump=nextslide"/>
          </p:cNvPr>
          <p:cNvSpPr/>
          <p:nvPr/>
        </p:nvSpPr>
        <p:spPr>
          <a:xfrm>
            <a:off x="7893475" y="539500"/>
            <a:ext cx="537300" cy="5178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cxnSp>
        <p:nvCxnSpPr>
          <p:cNvPr id="549" name="Google Shape;549;p41"/>
          <p:cNvCxnSpPr/>
          <p:nvPr/>
        </p:nvCxnSpPr>
        <p:spPr>
          <a:xfrm>
            <a:off x="7983475" y="799625"/>
            <a:ext cx="357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Development Timeline</a:t>
            </a:r>
            <a:endParaRPr/>
          </a:p>
        </p:txBody>
      </p:sp>
      <p:sp>
        <p:nvSpPr>
          <p:cNvPr id="555" name="Google Shape;555;p42"/>
          <p:cNvSpPr txBox="1"/>
          <p:nvPr/>
        </p:nvSpPr>
        <p:spPr>
          <a:xfrm>
            <a:off x="2542050" y="4187125"/>
            <a:ext cx="713100" cy="33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Poppins"/>
                <a:ea typeface="Poppins"/>
                <a:cs typeface="Poppins"/>
                <a:sym typeface="Poppins"/>
              </a:rPr>
              <a:t>Week 1</a:t>
            </a:r>
            <a:endParaRPr sz="1100">
              <a:solidFill>
                <a:schemeClr val="dk1"/>
              </a:solidFill>
              <a:latin typeface="Poppins"/>
              <a:ea typeface="Poppins"/>
              <a:cs typeface="Poppins"/>
              <a:sym typeface="Poppins"/>
            </a:endParaRPr>
          </a:p>
        </p:txBody>
      </p:sp>
      <p:sp>
        <p:nvSpPr>
          <p:cNvPr id="556" name="Google Shape;556;p42"/>
          <p:cNvSpPr txBox="1"/>
          <p:nvPr/>
        </p:nvSpPr>
        <p:spPr>
          <a:xfrm>
            <a:off x="3279421" y="4187125"/>
            <a:ext cx="713100" cy="33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Poppins"/>
                <a:ea typeface="Poppins"/>
                <a:cs typeface="Poppins"/>
                <a:sym typeface="Poppins"/>
              </a:rPr>
              <a:t>Week 2</a:t>
            </a:r>
            <a:endParaRPr sz="1100">
              <a:solidFill>
                <a:schemeClr val="dk1"/>
              </a:solidFill>
              <a:latin typeface="Poppins"/>
              <a:ea typeface="Poppins"/>
              <a:cs typeface="Poppins"/>
              <a:sym typeface="Poppins"/>
            </a:endParaRPr>
          </a:p>
        </p:txBody>
      </p:sp>
      <p:sp>
        <p:nvSpPr>
          <p:cNvPr id="557" name="Google Shape;557;p42"/>
          <p:cNvSpPr txBox="1"/>
          <p:nvPr/>
        </p:nvSpPr>
        <p:spPr>
          <a:xfrm>
            <a:off x="4016791" y="4187125"/>
            <a:ext cx="713100" cy="33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Poppins"/>
                <a:ea typeface="Poppins"/>
                <a:cs typeface="Poppins"/>
                <a:sym typeface="Poppins"/>
              </a:rPr>
              <a:t>Week 3</a:t>
            </a:r>
            <a:endParaRPr sz="1100">
              <a:solidFill>
                <a:schemeClr val="dk1"/>
              </a:solidFill>
              <a:latin typeface="Poppins"/>
              <a:ea typeface="Poppins"/>
              <a:cs typeface="Poppins"/>
              <a:sym typeface="Poppins"/>
            </a:endParaRPr>
          </a:p>
        </p:txBody>
      </p:sp>
      <p:sp>
        <p:nvSpPr>
          <p:cNvPr id="558" name="Google Shape;558;p42"/>
          <p:cNvSpPr txBox="1"/>
          <p:nvPr/>
        </p:nvSpPr>
        <p:spPr>
          <a:xfrm>
            <a:off x="4754162" y="4187125"/>
            <a:ext cx="713100" cy="33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Poppins"/>
                <a:ea typeface="Poppins"/>
                <a:cs typeface="Poppins"/>
                <a:sym typeface="Poppins"/>
              </a:rPr>
              <a:t>Week 4</a:t>
            </a:r>
            <a:endParaRPr sz="1100">
              <a:solidFill>
                <a:schemeClr val="dk1"/>
              </a:solidFill>
              <a:latin typeface="Poppins"/>
              <a:ea typeface="Poppins"/>
              <a:cs typeface="Poppins"/>
              <a:sym typeface="Poppins"/>
            </a:endParaRPr>
          </a:p>
        </p:txBody>
      </p:sp>
      <p:sp>
        <p:nvSpPr>
          <p:cNvPr id="559" name="Google Shape;559;p42"/>
          <p:cNvSpPr txBox="1"/>
          <p:nvPr/>
        </p:nvSpPr>
        <p:spPr>
          <a:xfrm>
            <a:off x="5491533" y="4187125"/>
            <a:ext cx="713100" cy="33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Poppins"/>
                <a:ea typeface="Poppins"/>
                <a:cs typeface="Poppins"/>
                <a:sym typeface="Poppins"/>
              </a:rPr>
              <a:t>Week 5</a:t>
            </a:r>
            <a:endParaRPr sz="1100">
              <a:solidFill>
                <a:schemeClr val="dk1"/>
              </a:solidFill>
              <a:latin typeface="Poppins"/>
              <a:ea typeface="Poppins"/>
              <a:cs typeface="Poppins"/>
              <a:sym typeface="Poppins"/>
            </a:endParaRPr>
          </a:p>
        </p:txBody>
      </p:sp>
      <p:sp>
        <p:nvSpPr>
          <p:cNvPr id="560" name="Google Shape;560;p42"/>
          <p:cNvSpPr txBox="1"/>
          <p:nvPr/>
        </p:nvSpPr>
        <p:spPr>
          <a:xfrm>
            <a:off x="6228904" y="4187125"/>
            <a:ext cx="713100" cy="33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Poppins"/>
                <a:ea typeface="Poppins"/>
                <a:cs typeface="Poppins"/>
                <a:sym typeface="Poppins"/>
              </a:rPr>
              <a:t>Week 6</a:t>
            </a:r>
            <a:endParaRPr sz="1100">
              <a:solidFill>
                <a:schemeClr val="dk1"/>
              </a:solidFill>
              <a:latin typeface="Poppins"/>
              <a:ea typeface="Poppins"/>
              <a:cs typeface="Poppins"/>
              <a:sym typeface="Poppins"/>
            </a:endParaRPr>
          </a:p>
        </p:txBody>
      </p:sp>
      <p:sp>
        <p:nvSpPr>
          <p:cNvPr id="561" name="Google Shape;561;p42"/>
          <p:cNvSpPr txBox="1"/>
          <p:nvPr/>
        </p:nvSpPr>
        <p:spPr>
          <a:xfrm>
            <a:off x="6966274" y="4187125"/>
            <a:ext cx="713100" cy="33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Poppins"/>
                <a:ea typeface="Poppins"/>
                <a:cs typeface="Poppins"/>
                <a:sym typeface="Poppins"/>
              </a:rPr>
              <a:t>Week 7</a:t>
            </a:r>
            <a:endParaRPr sz="1100">
              <a:solidFill>
                <a:schemeClr val="dk1"/>
              </a:solidFill>
              <a:latin typeface="Poppins"/>
              <a:ea typeface="Poppins"/>
              <a:cs typeface="Poppins"/>
              <a:sym typeface="Poppins"/>
            </a:endParaRPr>
          </a:p>
        </p:txBody>
      </p:sp>
      <p:sp>
        <p:nvSpPr>
          <p:cNvPr id="562" name="Google Shape;562;p42"/>
          <p:cNvSpPr txBox="1"/>
          <p:nvPr/>
        </p:nvSpPr>
        <p:spPr>
          <a:xfrm>
            <a:off x="7703645" y="4187125"/>
            <a:ext cx="713100" cy="330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Poppins"/>
                <a:ea typeface="Poppins"/>
                <a:cs typeface="Poppins"/>
                <a:sym typeface="Poppins"/>
              </a:rPr>
              <a:t>Week 8</a:t>
            </a:r>
            <a:endParaRPr sz="1100">
              <a:solidFill>
                <a:schemeClr val="dk1"/>
              </a:solidFill>
              <a:latin typeface="Poppins"/>
              <a:ea typeface="Poppins"/>
              <a:cs typeface="Poppins"/>
              <a:sym typeface="Poppins"/>
            </a:endParaRPr>
          </a:p>
        </p:txBody>
      </p:sp>
      <p:graphicFrame>
        <p:nvGraphicFramePr>
          <p:cNvPr id="563" name="Google Shape;563;p42"/>
          <p:cNvGraphicFramePr/>
          <p:nvPr/>
        </p:nvGraphicFramePr>
        <p:xfrm>
          <a:off x="726688" y="1272250"/>
          <a:ext cx="3000000" cy="3000000"/>
        </p:xfrm>
        <a:graphic>
          <a:graphicData uri="http://schemas.openxmlformats.org/drawingml/2006/table">
            <a:tbl>
              <a:tblPr>
                <a:noFill/>
                <a:tableStyleId>{AC423D81-D004-4698-83F6-F523826D6368}</a:tableStyleId>
              </a:tblPr>
              <a:tblGrid>
                <a:gridCol w="1808875"/>
                <a:gridCol w="736900"/>
                <a:gridCol w="736900"/>
                <a:gridCol w="736900"/>
                <a:gridCol w="736900"/>
                <a:gridCol w="736900"/>
                <a:gridCol w="736900"/>
                <a:gridCol w="736900"/>
                <a:gridCol w="736900"/>
              </a:tblGrid>
              <a:tr h="576925">
                <a:tc>
                  <a:txBody>
                    <a:bodyPr/>
                    <a:lstStyle/>
                    <a:p>
                      <a:pPr indent="0" lvl="0" marL="0" rtl="0" algn="l">
                        <a:spcBef>
                          <a:spcPts val="0"/>
                        </a:spcBef>
                        <a:spcAft>
                          <a:spcPts val="0"/>
                        </a:spcAft>
                        <a:buNone/>
                      </a:pPr>
                      <a:r>
                        <a:rPr lang="en" sz="2400">
                          <a:solidFill>
                            <a:schemeClr val="dk1"/>
                          </a:solidFill>
                          <a:latin typeface="Oxanium Medium"/>
                          <a:ea typeface="Oxanium Medium"/>
                          <a:cs typeface="Oxanium Medium"/>
                          <a:sym typeface="Oxanium Medium"/>
                        </a:rPr>
                        <a:t>SDK</a:t>
                      </a:r>
                      <a:endParaRPr/>
                    </a:p>
                  </a:txBody>
                  <a:tcPr marT="91425" marB="91425" marR="91425" marL="91425" anchor="ctr">
                    <a:lnL cap="flat" cmpd="sng" w="9525">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5"/>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lt2"/>
                    </a:solidFill>
                  </a:tcPr>
                </a:tc>
              </a:tr>
              <a:tr h="576925">
                <a:tc>
                  <a:txBody>
                    <a:bodyPr/>
                    <a:lstStyle/>
                    <a:p>
                      <a:pPr indent="0" lvl="0" marL="0" rtl="0" algn="l">
                        <a:spcBef>
                          <a:spcPts val="0"/>
                        </a:spcBef>
                        <a:spcAft>
                          <a:spcPts val="0"/>
                        </a:spcAft>
                        <a:buNone/>
                      </a:pPr>
                      <a:r>
                        <a:rPr lang="en" sz="2400">
                          <a:solidFill>
                            <a:schemeClr val="dk1"/>
                          </a:solidFill>
                          <a:latin typeface="Oxanium Medium"/>
                          <a:ea typeface="Oxanium Medium"/>
                          <a:cs typeface="Oxanium Medium"/>
                          <a:sym typeface="Oxanium Medium"/>
                        </a:rPr>
                        <a:t>Loom</a:t>
                      </a:r>
                      <a:endParaRPr/>
                    </a:p>
                  </a:txBody>
                  <a:tcPr marT="91425" marB="91425" marR="91425" marL="91425" anchor="ctr">
                    <a:lnL cap="flat" cmpd="sng" w="9525">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4"/>
                    </a:solidFill>
                  </a:tcPr>
                </a:tc>
              </a:tr>
              <a:tr h="576925">
                <a:tc>
                  <a:txBody>
                    <a:bodyPr/>
                    <a:lstStyle/>
                    <a:p>
                      <a:pPr indent="0" lvl="0" marL="0" rtl="0" algn="l">
                        <a:spcBef>
                          <a:spcPts val="0"/>
                        </a:spcBef>
                        <a:spcAft>
                          <a:spcPts val="0"/>
                        </a:spcAft>
                        <a:buNone/>
                      </a:pPr>
                      <a:r>
                        <a:rPr lang="en" sz="2400">
                          <a:solidFill>
                            <a:schemeClr val="dk1"/>
                          </a:solidFill>
                          <a:latin typeface="Oxanium Medium"/>
                          <a:ea typeface="Oxanium Medium"/>
                          <a:cs typeface="Oxanium Medium"/>
                          <a:sym typeface="Oxanium Medium"/>
                        </a:rPr>
                        <a:t>Backend</a:t>
                      </a:r>
                      <a:endParaRPr/>
                    </a:p>
                  </a:txBody>
                  <a:tcPr marT="91425" marB="91425" marR="91425" marL="91425" anchor="ctr">
                    <a:lnL cap="flat" cmpd="sng" w="9525">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3"/>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lt2"/>
                    </a:solidFill>
                  </a:tcPr>
                </a:tc>
              </a:tr>
              <a:tr h="576925">
                <a:tc>
                  <a:txBody>
                    <a:bodyPr/>
                    <a:lstStyle/>
                    <a:p>
                      <a:pPr indent="0" lvl="0" marL="0" rtl="0" algn="l">
                        <a:spcBef>
                          <a:spcPts val="0"/>
                        </a:spcBef>
                        <a:spcAft>
                          <a:spcPts val="0"/>
                        </a:spcAft>
                        <a:buNone/>
                      </a:pPr>
                      <a:r>
                        <a:rPr lang="en" sz="2400">
                          <a:solidFill>
                            <a:schemeClr val="dk1"/>
                          </a:solidFill>
                          <a:latin typeface="Oxanium Medium"/>
                          <a:ea typeface="Oxanium Medium"/>
                          <a:cs typeface="Oxanium Medium"/>
                          <a:sym typeface="Oxanium Medium"/>
                        </a:rPr>
                        <a:t>Frontend</a:t>
                      </a:r>
                      <a:endParaRPr/>
                    </a:p>
                  </a:txBody>
                  <a:tcPr marT="91425" marB="91425" marR="91425" marL="91425" anchor="ctr">
                    <a:lnL cap="flat" cmpd="sng" w="9525">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6"/>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6"/>
                    </a:solidFill>
                  </a:tcPr>
                </a:tc>
              </a:tr>
              <a:tr h="576925">
                <a:tc>
                  <a:txBody>
                    <a:bodyPr/>
                    <a:lstStyle/>
                    <a:p>
                      <a:pPr indent="0" lvl="0" marL="0" rtl="0" algn="l">
                        <a:spcBef>
                          <a:spcPts val="0"/>
                        </a:spcBef>
                        <a:spcAft>
                          <a:spcPts val="0"/>
                        </a:spcAft>
                        <a:buNone/>
                      </a:pPr>
                      <a:r>
                        <a:rPr lang="en" sz="2400">
                          <a:solidFill>
                            <a:schemeClr val="dk1"/>
                          </a:solidFill>
                          <a:latin typeface="Oxanium Medium"/>
                          <a:ea typeface="Oxanium Medium"/>
                          <a:cs typeface="Oxanium Medium"/>
                          <a:sym typeface="Oxanium Medium"/>
                        </a:rPr>
                        <a:t>LSP</a:t>
                      </a:r>
                      <a:endParaRPr/>
                    </a:p>
                  </a:txBody>
                  <a:tcPr marT="91425" marB="91425" marR="91425" marL="91425" anchor="ctr">
                    <a:lnL cap="flat" cmpd="sng" w="9525">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2"/>
                    </a:solidFill>
                  </a:tcPr>
                </a:tc>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accent2"/>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Technical Solutions</a:t>
            </a:r>
            <a:endParaRPr/>
          </a:p>
        </p:txBody>
      </p:sp>
      <p:sp>
        <p:nvSpPr>
          <p:cNvPr id="569" name="Google Shape;569;p43"/>
          <p:cNvSpPr txBox="1"/>
          <p:nvPr>
            <p:ph idx="1" type="subTitle"/>
          </p:nvPr>
        </p:nvSpPr>
        <p:spPr>
          <a:xfrm>
            <a:off x="3807613" y="2512700"/>
            <a:ext cx="1528800" cy="209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Implemented the </a:t>
            </a:r>
            <a:r>
              <a:rPr lang="en"/>
              <a:t>scrapegoat sdk with user data management and exposed functionality through HTTP endpoints</a:t>
            </a:r>
            <a:endParaRPr/>
          </a:p>
        </p:txBody>
      </p:sp>
      <p:sp>
        <p:nvSpPr>
          <p:cNvPr id="570" name="Google Shape;570;p43"/>
          <p:cNvSpPr txBox="1"/>
          <p:nvPr>
            <p:ph idx="2" type="title"/>
          </p:nvPr>
        </p:nvSpPr>
        <p:spPr>
          <a:xfrm>
            <a:off x="720000" y="2074400"/>
            <a:ext cx="15288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SDK + CLI</a:t>
            </a:r>
            <a:endParaRPr/>
          </a:p>
        </p:txBody>
      </p:sp>
      <p:sp>
        <p:nvSpPr>
          <p:cNvPr id="571" name="Google Shape;571;p43"/>
          <p:cNvSpPr txBox="1"/>
          <p:nvPr>
            <p:ph idx="3" type="subTitle"/>
          </p:nvPr>
        </p:nvSpPr>
        <p:spPr>
          <a:xfrm>
            <a:off x="720025" y="2512700"/>
            <a:ext cx="1528800" cy="209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Converts Goatspeak language into executables through an interpreter. Runs them iteratively like a SQL command.</a:t>
            </a:r>
            <a:endParaRPr/>
          </a:p>
        </p:txBody>
      </p:sp>
      <p:sp>
        <p:nvSpPr>
          <p:cNvPr id="572" name="Google Shape;572;p43"/>
          <p:cNvSpPr txBox="1"/>
          <p:nvPr>
            <p:ph idx="4" type="title"/>
          </p:nvPr>
        </p:nvSpPr>
        <p:spPr>
          <a:xfrm>
            <a:off x="3807599" y="2074400"/>
            <a:ext cx="15288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Backend</a:t>
            </a:r>
            <a:endParaRPr/>
          </a:p>
        </p:txBody>
      </p:sp>
      <p:sp>
        <p:nvSpPr>
          <p:cNvPr id="573" name="Google Shape;573;p43"/>
          <p:cNvSpPr txBox="1"/>
          <p:nvPr>
            <p:ph idx="5" type="title"/>
          </p:nvPr>
        </p:nvSpPr>
        <p:spPr>
          <a:xfrm>
            <a:off x="6895198" y="2074400"/>
            <a:ext cx="15288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LSP</a:t>
            </a:r>
            <a:endParaRPr/>
          </a:p>
        </p:txBody>
      </p:sp>
      <p:sp>
        <p:nvSpPr>
          <p:cNvPr id="574" name="Google Shape;574;p43"/>
          <p:cNvSpPr txBox="1"/>
          <p:nvPr>
            <p:ph idx="6" type="subTitle"/>
          </p:nvPr>
        </p:nvSpPr>
        <p:spPr>
          <a:xfrm>
            <a:off x="6895202" y="2512700"/>
            <a:ext cx="1528800" cy="209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Implemented</a:t>
            </a:r>
            <a:r>
              <a:rPr lang="en"/>
              <a:t> syntax highlighting and intellisense using vscode language </a:t>
            </a:r>
            <a:r>
              <a:rPr lang="en"/>
              <a:t>extension</a:t>
            </a:r>
            <a:r>
              <a:rPr lang="en"/>
              <a:t> sdk for </a:t>
            </a:r>
            <a:r>
              <a:rPr lang="en">
                <a:latin typeface="Courier New"/>
                <a:ea typeface="Courier New"/>
                <a:cs typeface="Courier New"/>
                <a:sym typeface="Courier New"/>
              </a:rPr>
              <a:t>.goat</a:t>
            </a:r>
            <a:r>
              <a:rPr lang="en"/>
              <a:t> support</a:t>
            </a:r>
            <a:endParaRPr/>
          </a:p>
        </p:txBody>
      </p:sp>
      <p:sp>
        <p:nvSpPr>
          <p:cNvPr id="575" name="Google Shape;575;p43"/>
          <p:cNvSpPr txBox="1"/>
          <p:nvPr>
            <p:ph idx="7" type="title"/>
          </p:nvPr>
        </p:nvSpPr>
        <p:spPr>
          <a:xfrm>
            <a:off x="2263800" y="2074400"/>
            <a:ext cx="15288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Loom</a:t>
            </a:r>
            <a:endParaRPr/>
          </a:p>
        </p:txBody>
      </p:sp>
      <p:sp>
        <p:nvSpPr>
          <p:cNvPr id="576" name="Google Shape;576;p43"/>
          <p:cNvSpPr txBox="1"/>
          <p:nvPr>
            <p:ph idx="8" type="subTitle"/>
          </p:nvPr>
        </p:nvSpPr>
        <p:spPr>
          <a:xfrm>
            <a:off x="2263819" y="2512700"/>
            <a:ext cx="1528800" cy="209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Leveraged textual to build a terminal visualization of the DOM, allowing users to build </a:t>
            </a:r>
            <a:r>
              <a:rPr lang="en">
                <a:latin typeface="Courier New"/>
                <a:ea typeface="Courier New"/>
                <a:cs typeface="Courier New"/>
                <a:sym typeface="Courier New"/>
              </a:rPr>
              <a:t>.</a:t>
            </a:r>
            <a:r>
              <a:rPr lang="en">
                <a:latin typeface="Courier New"/>
                <a:ea typeface="Courier New"/>
                <a:cs typeface="Courier New"/>
                <a:sym typeface="Courier New"/>
              </a:rPr>
              <a:t>goat</a:t>
            </a:r>
            <a:r>
              <a:rPr lang="en"/>
              <a:t> files.</a:t>
            </a:r>
            <a:endParaRPr/>
          </a:p>
        </p:txBody>
      </p:sp>
      <p:sp>
        <p:nvSpPr>
          <p:cNvPr id="577" name="Google Shape;577;p43"/>
          <p:cNvSpPr txBox="1"/>
          <p:nvPr>
            <p:ph idx="9" type="title"/>
          </p:nvPr>
        </p:nvSpPr>
        <p:spPr>
          <a:xfrm>
            <a:off x="5351399" y="2074400"/>
            <a:ext cx="15288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Frontend</a:t>
            </a:r>
            <a:endParaRPr/>
          </a:p>
        </p:txBody>
      </p:sp>
      <p:sp>
        <p:nvSpPr>
          <p:cNvPr id="578" name="Google Shape;578;p43"/>
          <p:cNvSpPr txBox="1"/>
          <p:nvPr>
            <p:ph idx="13" type="subTitle"/>
          </p:nvPr>
        </p:nvSpPr>
        <p:spPr>
          <a:xfrm>
            <a:off x="5351407" y="2512700"/>
            <a:ext cx="1528800" cy="209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Created visual workflow for building queries using a DOM tree, and saving them to a profile.</a:t>
            </a:r>
            <a:endParaRPr/>
          </a:p>
        </p:txBody>
      </p:sp>
      <p:sp>
        <p:nvSpPr>
          <p:cNvPr id="579" name="Google Shape;579;p43"/>
          <p:cNvSpPr/>
          <p:nvPr/>
        </p:nvSpPr>
        <p:spPr>
          <a:xfrm>
            <a:off x="1040100" y="1254501"/>
            <a:ext cx="731400" cy="731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580" name="Google Shape;580;p43"/>
          <p:cNvSpPr/>
          <p:nvPr/>
        </p:nvSpPr>
        <p:spPr>
          <a:xfrm>
            <a:off x="2624875" y="1254506"/>
            <a:ext cx="731400" cy="7314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581" name="Google Shape;581;p43"/>
          <p:cNvSpPr/>
          <p:nvPr/>
        </p:nvSpPr>
        <p:spPr>
          <a:xfrm>
            <a:off x="5794425" y="1254506"/>
            <a:ext cx="731400" cy="731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582" name="Google Shape;582;p43"/>
          <p:cNvSpPr/>
          <p:nvPr/>
        </p:nvSpPr>
        <p:spPr>
          <a:xfrm>
            <a:off x="4209650" y="1254506"/>
            <a:ext cx="731400" cy="731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583" name="Google Shape;583;p43"/>
          <p:cNvSpPr/>
          <p:nvPr/>
        </p:nvSpPr>
        <p:spPr>
          <a:xfrm>
            <a:off x="7379200" y="1254506"/>
            <a:ext cx="731400" cy="731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584" name="Google Shape;584;p43"/>
          <p:cNvSpPr/>
          <p:nvPr/>
        </p:nvSpPr>
        <p:spPr>
          <a:xfrm>
            <a:off x="2798236" y="1437902"/>
            <a:ext cx="384700" cy="364607"/>
          </a:xfrm>
          <a:custGeom>
            <a:rect b="b" l="l" r="r" t="t"/>
            <a:pathLst>
              <a:path extrusionOk="0" h="467445" w="493205">
                <a:moveTo>
                  <a:pt x="478156" y="330461"/>
                </a:moveTo>
                <a:lnTo>
                  <a:pt x="436983" y="330461"/>
                </a:lnTo>
                <a:lnTo>
                  <a:pt x="436983" y="288519"/>
                </a:lnTo>
                <a:cubicBezTo>
                  <a:pt x="436983" y="277715"/>
                  <a:pt x="428193" y="268926"/>
                  <a:pt x="417389" y="268926"/>
                </a:cubicBezTo>
                <a:lnTo>
                  <a:pt x="253827" y="268926"/>
                </a:lnTo>
                <a:lnTo>
                  <a:pt x="253827" y="221838"/>
                </a:lnTo>
                <a:lnTo>
                  <a:pt x="362105" y="221838"/>
                </a:lnTo>
                <a:cubicBezTo>
                  <a:pt x="373871" y="221838"/>
                  <a:pt x="383444" y="212265"/>
                  <a:pt x="383444" y="200500"/>
                </a:cubicBezTo>
                <a:lnTo>
                  <a:pt x="383444" y="153339"/>
                </a:lnTo>
                <a:cubicBezTo>
                  <a:pt x="383444" y="149349"/>
                  <a:pt x="380210" y="146115"/>
                  <a:pt x="376219" y="146115"/>
                </a:cubicBezTo>
                <a:cubicBezTo>
                  <a:pt x="372228" y="146115"/>
                  <a:pt x="368994" y="149349"/>
                  <a:pt x="368994" y="153339"/>
                </a:cubicBezTo>
                <a:lnTo>
                  <a:pt x="368994" y="200500"/>
                </a:lnTo>
                <a:cubicBezTo>
                  <a:pt x="368994" y="204299"/>
                  <a:pt x="365903" y="207389"/>
                  <a:pt x="362105" y="207389"/>
                </a:cubicBezTo>
                <a:lnTo>
                  <a:pt x="131099" y="207389"/>
                </a:lnTo>
                <a:cubicBezTo>
                  <a:pt x="127301" y="207389"/>
                  <a:pt x="124210" y="204299"/>
                  <a:pt x="124210" y="200500"/>
                </a:cubicBezTo>
                <a:lnTo>
                  <a:pt x="124210" y="21340"/>
                </a:lnTo>
                <a:cubicBezTo>
                  <a:pt x="124210" y="17540"/>
                  <a:pt x="127301" y="14450"/>
                  <a:pt x="131099" y="14450"/>
                </a:cubicBezTo>
                <a:lnTo>
                  <a:pt x="202428" y="14450"/>
                </a:lnTo>
                <a:cubicBezTo>
                  <a:pt x="205294" y="14450"/>
                  <a:pt x="207889" y="16254"/>
                  <a:pt x="208886" y="18941"/>
                </a:cubicBezTo>
                <a:lnTo>
                  <a:pt x="217280" y="41544"/>
                </a:lnTo>
                <a:cubicBezTo>
                  <a:pt x="221100" y="51829"/>
                  <a:pt x="231039" y="58740"/>
                  <a:pt x="242011" y="58740"/>
                </a:cubicBezTo>
                <a:lnTo>
                  <a:pt x="362106" y="58740"/>
                </a:lnTo>
                <a:cubicBezTo>
                  <a:pt x="365904" y="58740"/>
                  <a:pt x="368995" y="61830"/>
                  <a:pt x="368995" y="65629"/>
                </a:cubicBezTo>
                <a:lnTo>
                  <a:pt x="368995" y="119625"/>
                </a:lnTo>
                <a:cubicBezTo>
                  <a:pt x="368995" y="123615"/>
                  <a:pt x="372229" y="126850"/>
                  <a:pt x="376220" y="126850"/>
                </a:cubicBezTo>
                <a:cubicBezTo>
                  <a:pt x="380211" y="126850"/>
                  <a:pt x="383445" y="123615"/>
                  <a:pt x="383445" y="119625"/>
                </a:cubicBezTo>
                <a:lnTo>
                  <a:pt x="383445" y="65628"/>
                </a:lnTo>
                <a:lnTo>
                  <a:pt x="383445" y="20063"/>
                </a:lnTo>
                <a:cubicBezTo>
                  <a:pt x="383445" y="9001"/>
                  <a:pt x="374445" y="0"/>
                  <a:pt x="363382" y="0"/>
                </a:cubicBezTo>
                <a:cubicBezTo>
                  <a:pt x="351449" y="0"/>
                  <a:pt x="139901" y="0"/>
                  <a:pt x="131099" y="0"/>
                </a:cubicBezTo>
                <a:cubicBezTo>
                  <a:pt x="119332" y="0"/>
                  <a:pt x="109760" y="9573"/>
                  <a:pt x="109760" y="21339"/>
                </a:cubicBezTo>
                <a:lnTo>
                  <a:pt x="109760" y="200499"/>
                </a:lnTo>
                <a:cubicBezTo>
                  <a:pt x="109760" y="212264"/>
                  <a:pt x="119333" y="221837"/>
                  <a:pt x="131099" y="221837"/>
                </a:cubicBezTo>
                <a:lnTo>
                  <a:pt x="239378" y="221837"/>
                </a:lnTo>
                <a:lnTo>
                  <a:pt x="239378" y="268925"/>
                </a:lnTo>
                <a:lnTo>
                  <a:pt x="81357" y="268925"/>
                </a:lnTo>
                <a:cubicBezTo>
                  <a:pt x="70553" y="268925"/>
                  <a:pt x="61763" y="277715"/>
                  <a:pt x="61763" y="288518"/>
                </a:cubicBezTo>
                <a:lnTo>
                  <a:pt x="61763" y="330460"/>
                </a:lnTo>
                <a:lnTo>
                  <a:pt x="20590" y="330460"/>
                </a:lnTo>
                <a:cubicBezTo>
                  <a:pt x="12292" y="330460"/>
                  <a:pt x="5542" y="337211"/>
                  <a:pt x="5542" y="345509"/>
                </a:cubicBezTo>
                <a:lnTo>
                  <a:pt x="5542" y="360805"/>
                </a:lnTo>
                <a:cubicBezTo>
                  <a:pt x="2154" y="363762"/>
                  <a:pt x="0" y="368097"/>
                  <a:pt x="0" y="372935"/>
                </a:cubicBezTo>
                <a:lnTo>
                  <a:pt x="0" y="451337"/>
                </a:lnTo>
                <a:cubicBezTo>
                  <a:pt x="0" y="460218"/>
                  <a:pt x="7226" y="467445"/>
                  <a:pt x="16108" y="467445"/>
                </a:cubicBezTo>
                <a:lnTo>
                  <a:pt x="118550" y="467445"/>
                </a:lnTo>
                <a:cubicBezTo>
                  <a:pt x="127433" y="467445"/>
                  <a:pt x="134658" y="460219"/>
                  <a:pt x="134658" y="451337"/>
                </a:cubicBezTo>
                <a:cubicBezTo>
                  <a:pt x="134658" y="402016"/>
                  <a:pt x="134658" y="391660"/>
                  <a:pt x="134658" y="345510"/>
                </a:cubicBezTo>
                <a:cubicBezTo>
                  <a:pt x="134658" y="337213"/>
                  <a:pt x="127908" y="330462"/>
                  <a:pt x="119610" y="330462"/>
                </a:cubicBezTo>
                <a:lnTo>
                  <a:pt x="76212" y="330462"/>
                </a:lnTo>
                <a:lnTo>
                  <a:pt x="76212" y="288520"/>
                </a:lnTo>
                <a:cubicBezTo>
                  <a:pt x="76212" y="285683"/>
                  <a:pt x="78520" y="283376"/>
                  <a:pt x="81357" y="283376"/>
                </a:cubicBezTo>
                <a:lnTo>
                  <a:pt x="239378" y="283376"/>
                </a:lnTo>
                <a:lnTo>
                  <a:pt x="239378" y="330462"/>
                </a:lnTo>
                <a:lnTo>
                  <a:pt x="199863" y="330462"/>
                </a:lnTo>
                <a:cubicBezTo>
                  <a:pt x="191565" y="330462"/>
                  <a:pt x="184815" y="337213"/>
                  <a:pt x="184815" y="345510"/>
                </a:cubicBezTo>
                <a:lnTo>
                  <a:pt x="184815" y="360807"/>
                </a:lnTo>
                <a:cubicBezTo>
                  <a:pt x="181427" y="363763"/>
                  <a:pt x="179273" y="368097"/>
                  <a:pt x="179273" y="372936"/>
                </a:cubicBezTo>
                <a:lnTo>
                  <a:pt x="179273" y="451338"/>
                </a:lnTo>
                <a:cubicBezTo>
                  <a:pt x="179273" y="460219"/>
                  <a:pt x="186498" y="467445"/>
                  <a:pt x="195381" y="467445"/>
                </a:cubicBezTo>
                <a:lnTo>
                  <a:pt x="229745" y="467445"/>
                </a:lnTo>
                <a:cubicBezTo>
                  <a:pt x="233736" y="467445"/>
                  <a:pt x="236970" y="464210"/>
                  <a:pt x="236970" y="460220"/>
                </a:cubicBezTo>
                <a:cubicBezTo>
                  <a:pt x="236970" y="456230"/>
                  <a:pt x="233736" y="452995"/>
                  <a:pt x="229745" y="452995"/>
                </a:cubicBezTo>
                <a:lnTo>
                  <a:pt x="195381" y="452995"/>
                </a:lnTo>
                <a:cubicBezTo>
                  <a:pt x="194467" y="452995"/>
                  <a:pt x="193722" y="452252"/>
                  <a:pt x="193722" y="451338"/>
                </a:cubicBezTo>
                <a:lnTo>
                  <a:pt x="193722" y="372936"/>
                </a:lnTo>
                <a:cubicBezTo>
                  <a:pt x="193722" y="372006"/>
                  <a:pt x="194485" y="371278"/>
                  <a:pt x="195381" y="371278"/>
                </a:cubicBezTo>
                <a:lnTo>
                  <a:pt x="224492" y="371278"/>
                </a:lnTo>
                <a:cubicBezTo>
                  <a:pt x="225181" y="371278"/>
                  <a:pt x="225806" y="371711"/>
                  <a:pt x="226046" y="372359"/>
                </a:cubicBezTo>
                <a:lnTo>
                  <a:pt x="229372" y="381315"/>
                </a:lnTo>
                <a:cubicBezTo>
                  <a:pt x="231705" y="387594"/>
                  <a:pt x="237771" y="391815"/>
                  <a:pt x="244473" y="391815"/>
                </a:cubicBezTo>
                <a:lnTo>
                  <a:pt x="297823" y="391815"/>
                </a:lnTo>
                <a:cubicBezTo>
                  <a:pt x="298739" y="391815"/>
                  <a:pt x="299482" y="392561"/>
                  <a:pt x="299482" y="393473"/>
                </a:cubicBezTo>
                <a:lnTo>
                  <a:pt x="299482" y="451337"/>
                </a:lnTo>
                <a:cubicBezTo>
                  <a:pt x="299482" y="452251"/>
                  <a:pt x="298738" y="452995"/>
                  <a:pt x="297823" y="452995"/>
                </a:cubicBezTo>
                <a:lnTo>
                  <a:pt x="263460" y="452995"/>
                </a:lnTo>
                <a:cubicBezTo>
                  <a:pt x="259469" y="452995"/>
                  <a:pt x="256235" y="456229"/>
                  <a:pt x="256235" y="460219"/>
                </a:cubicBezTo>
                <a:cubicBezTo>
                  <a:pt x="256235" y="464209"/>
                  <a:pt x="259469" y="467444"/>
                  <a:pt x="263460" y="467444"/>
                </a:cubicBezTo>
                <a:lnTo>
                  <a:pt x="297823" y="467444"/>
                </a:lnTo>
                <a:cubicBezTo>
                  <a:pt x="306706" y="467444"/>
                  <a:pt x="313931" y="460218"/>
                  <a:pt x="313931" y="451337"/>
                </a:cubicBezTo>
                <a:cubicBezTo>
                  <a:pt x="313931" y="402016"/>
                  <a:pt x="313931" y="391660"/>
                  <a:pt x="313931" y="345510"/>
                </a:cubicBezTo>
                <a:cubicBezTo>
                  <a:pt x="313931" y="337213"/>
                  <a:pt x="307180" y="330462"/>
                  <a:pt x="298883" y="330462"/>
                </a:cubicBezTo>
                <a:lnTo>
                  <a:pt x="253828" y="330462"/>
                </a:lnTo>
                <a:lnTo>
                  <a:pt x="253828" y="283376"/>
                </a:lnTo>
                <a:lnTo>
                  <a:pt x="417390" y="283376"/>
                </a:lnTo>
                <a:cubicBezTo>
                  <a:pt x="420227" y="283376"/>
                  <a:pt x="422535" y="285684"/>
                  <a:pt x="422535" y="288520"/>
                </a:cubicBezTo>
                <a:lnTo>
                  <a:pt x="422535" y="330462"/>
                </a:lnTo>
                <a:lnTo>
                  <a:pt x="379138" y="330462"/>
                </a:lnTo>
                <a:cubicBezTo>
                  <a:pt x="370840" y="330462"/>
                  <a:pt x="364089" y="337213"/>
                  <a:pt x="364089" y="345510"/>
                </a:cubicBezTo>
                <a:lnTo>
                  <a:pt x="364089" y="360807"/>
                </a:lnTo>
                <a:cubicBezTo>
                  <a:pt x="360701" y="363763"/>
                  <a:pt x="358547" y="368097"/>
                  <a:pt x="358547" y="372936"/>
                </a:cubicBezTo>
                <a:lnTo>
                  <a:pt x="358547" y="451338"/>
                </a:lnTo>
                <a:cubicBezTo>
                  <a:pt x="358547" y="460219"/>
                  <a:pt x="365773" y="467446"/>
                  <a:pt x="374656" y="467446"/>
                </a:cubicBezTo>
                <a:lnTo>
                  <a:pt x="477098" y="467446"/>
                </a:lnTo>
                <a:cubicBezTo>
                  <a:pt x="485980" y="467446"/>
                  <a:pt x="493206" y="460220"/>
                  <a:pt x="493206" y="451338"/>
                </a:cubicBezTo>
                <a:cubicBezTo>
                  <a:pt x="493206" y="402017"/>
                  <a:pt x="493206" y="391661"/>
                  <a:pt x="493206" y="345511"/>
                </a:cubicBezTo>
                <a:cubicBezTo>
                  <a:pt x="493204" y="337212"/>
                  <a:pt x="486453" y="330461"/>
                  <a:pt x="478156" y="330461"/>
                </a:cubicBezTo>
                <a:close/>
                <a:moveTo>
                  <a:pt x="363381" y="14449"/>
                </a:moveTo>
                <a:cubicBezTo>
                  <a:pt x="366476" y="14449"/>
                  <a:pt x="368994" y="16967"/>
                  <a:pt x="368994" y="20063"/>
                </a:cubicBezTo>
                <a:lnTo>
                  <a:pt x="368994" y="45431"/>
                </a:lnTo>
                <a:cubicBezTo>
                  <a:pt x="366759" y="44669"/>
                  <a:pt x="364347" y="44290"/>
                  <a:pt x="362105" y="44290"/>
                </a:cubicBezTo>
                <a:lnTo>
                  <a:pt x="242010" y="44290"/>
                </a:lnTo>
                <a:cubicBezTo>
                  <a:pt x="237048" y="44290"/>
                  <a:pt x="232552" y="41164"/>
                  <a:pt x="230825" y="36512"/>
                </a:cubicBezTo>
                <a:lnTo>
                  <a:pt x="222632" y="14449"/>
                </a:lnTo>
                <a:close/>
                <a:moveTo>
                  <a:pt x="120208" y="451336"/>
                </a:moveTo>
                <a:cubicBezTo>
                  <a:pt x="120208" y="452250"/>
                  <a:pt x="119464" y="452995"/>
                  <a:pt x="118549" y="452995"/>
                </a:cubicBezTo>
                <a:lnTo>
                  <a:pt x="16108" y="452995"/>
                </a:lnTo>
                <a:cubicBezTo>
                  <a:pt x="15194" y="452995"/>
                  <a:pt x="14449" y="452251"/>
                  <a:pt x="14449" y="451336"/>
                </a:cubicBezTo>
                <a:lnTo>
                  <a:pt x="14449" y="372934"/>
                </a:lnTo>
                <a:cubicBezTo>
                  <a:pt x="14449" y="372251"/>
                  <a:pt x="14865" y="371664"/>
                  <a:pt x="15457" y="371410"/>
                </a:cubicBezTo>
                <a:cubicBezTo>
                  <a:pt x="15467" y="371405"/>
                  <a:pt x="15479" y="371403"/>
                  <a:pt x="15490" y="371399"/>
                </a:cubicBezTo>
                <a:cubicBezTo>
                  <a:pt x="15589" y="371358"/>
                  <a:pt x="15689" y="371328"/>
                  <a:pt x="15789" y="371308"/>
                </a:cubicBezTo>
                <a:cubicBezTo>
                  <a:pt x="15892" y="371288"/>
                  <a:pt x="15999" y="371276"/>
                  <a:pt x="16108" y="371276"/>
                </a:cubicBezTo>
                <a:lnTo>
                  <a:pt x="45219" y="371276"/>
                </a:lnTo>
                <a:cubicBezTo>
                  <a:pt x="45909" y="371276"/>
                  <a:pt x="46533" y="371711"/>
                  <a:pt x="46774" y="372358"/>
                </a:cubicBezTo>
                <a:lnTo>
                  <a:pt x="50099" y="381314"/>
                </a:lnTo>
                <a:cubicBezTo>
                  <a:pt x="52431" y="387591"/>
                  <a:pt x="58496" y="391814"/>
                  <a:pt x="65200" y="391814"/>
                </a:cubicBezTo>
                <a:lnTo>
                  <a:pt x="118550" y="391814"/>
                </a:lnTo>
                <a:cubicBezTo>
                  <a:pt x="119464" y="391814"/>
                  <a:pt x="120209" y="392557"/>
                  <a:pt x="120209" y="393472"/>
                </a:cubicBezTo>
                <a:lnTo>
                  <a:pt x="120209" y="451336"/>
                </a:lnTo>
                <a:close/>
                <a:moveTo>
                  <a:pt x="119609" y="344910"/>
                </a:moveTo>
                <a:cubicBezTo>
                  <a:pt x="119922" y="344910"/>
                  <a:pt x="120208" y="345195"/>
                  <a:pt x="120208" y="345509"/>
                </a:cubicBezTo>
                <a:lnTo>
                  <a:pt x="120208" y="377449"/>
                </a:lnTo>
                <a:cubicBezTo>
                  <a:pt x="120206" y="377449"/>
                  <a:pt x="120203" y="377449"/>
                  <a:pt x="120200" y="377449"/>
                </a:cubicBezTo>
                <a:cubicBezTo>
                  <a:pt x="119658" y="377393"/>
                  <a:pt x="119107" y="377364"/>
                  <a:pt x="118549" y="377364"/>
                </a:cubicBezTo>
                <a:lnTo>
                  <a:pt x="65200" y="377364"/>
                </a:lnTo>
                <a:cubicBezTo>
                  <a:pt x="64510" y="377364"/>
                  <a:pt x="63886" y="376930"/>
                  <a:pt x="63645" y="376283"/>
                </a:cubicBezTo>
                <a:lnTo>
                  <a:pt x="60320" y="367327"/>
                </a:lnTo>
                <a:cubicBezTo>
                  <a:pt x="57988" y="361046"/>
                  <a:pt x="51919" y="356827"/>
                  <a:pt x="45219" y="356827"/>
                </a:cubicBezTo>
                <a:lnTo>
                  <a:pt x="19991" y="356827"/>
                </a:lnTo>
                <a:lnTo>
                  <a:pt x="19991" y="345509"/>
                </a:lnTo>
                <a:cubicBezTo>
                  <a:pt x="19991" y="345195"/>
                  <a:pt x="20277" y="344909"/>
                  <a:pt x="20590" y="344909"/>
                </a:cubicBezTo>
                <a:lnTo>
                  <a:pt x="119609" y="344909"/>
                </a:lnTo>
                <a:close/>
                <a:moveTo>
                  <a:pt x="298882" y="344910"/>
                </a:moveTo>
                <a:cubicBezTo>
                  <a:pt x="299195" y="344910"/>
                  <a:pt x="299481" y="345195"/>
                  <a:pt x="299481" y="345509"/>
                </a:cubicBezTo>
                <a:lnTo>
                  <a:pt x="299481" y="377449"/>
                </a:lnTo>
                <a:cubicBezTo>
                  <a:pt x="299418" y="377441"/>
                  <a:pt x="298183" y="377364"/>
                  <a:pt x="297822" y="377364"/>
                </a:cubicBezTo>
                <a:lnTo>
                  <a:pt x="244472" y="377364"/>
                </a:lnTo>
                <a:cubicBezTo>
                  <a:pt x="243749" y="377364"/>
                  <a:pt x="243129" y="376855"/>
                  <a:pt x="242918" y="376283"/>
                </a:cubicBezTo>
                <a:lnTo>
                  <a:pt x="239592" y="367327"/>
                </a:lnTo>
                <a:cubicBezTo>
                  <a:pt x="237221" y="360943"/>
                  <a:pt x="231049" y="356827"/>
                  <a:pt x="224491" y="356827"/>
                </a:cubicBezTo>
                <a:lnTo>
                  <a:pt x="199264" y="356827"/>
                </a:lnTo>
                <a:lnTo>
                  <a:pt x="199264" y="345509"/>
                </a:lnTo>
                <a:cubicBezTo>
                  <a:pt x="199264" y="345195"/>
                  <a:pt x="199550" y="344909"/>
                  <a:pt x="199863" y="344909"/>
                </a:cubicBezTo>
                <a:lnTo>
                  <a:pt x="298882" y="344909"/>
                </a:lnTo>
                <a:close/>
                <a:moveTo>
                  <a:pt x="478755" y="451336"/>
                </a:moveTo>
                <a:cubicBezTo>
                  <a:pt x="478755" y="452250"/>
                  <a:pt x="478011" y="452995"/>
                  <a:pt x="477096" y="452995"/>
                </a:cubicBezTo>
                <a:lnTo>
                  <a:pt x="374655" y="452995"/>
                </a:lnTo>
                <a:cubicBezTo>
                  <a:pt x="373740" y="452995"/>
                  <a:pt x="372996" y="452251"/>
                  <a:pt x="372996" y="451336"/>
                </a:cubicBezTo>
                <a:lnTo>
                  <a:pt x="372996" y="372934"/>
                </a:lnTo>
                <a:cubicBezTo>
                  <a:pt x="372996" y="372004"/>
                  <a:pt x="373759" y="371276"/>
                  <a:pt x="374655" y="371276"/>
                </a:cubicBezTo>
                <a:lnTo>
                  <a:pt x="403766" y="371276"/>
                </a:lnTo>
                <a:cubicBezTo>
                  <a:pt x="404457" y="371276"/>
                  <a:pt x="405081" y="371712"/>
                  <a:pt x="405321" y="372357"/>
                </a:cubicBezTo>
                <a:lnTo>
                  <a:pt x="408646" y="381313"/>
                </a:lnTo>
                <a:cubicBezTo>
                  <a:pt x="410978" y="387593"/>
                  <a:pt x="417047" y="391813"/>
                  <a:pt x="423747" y="391813"/>
                </a:cubicBezTo>
                <a:lnTo>
                  <a:pt x="477097" y="391813"/>
                </a:lnTo>
                <a:cubicBezTo>
                  <a:pt x="478011" y="391813"/>
                  <a:pt x="478756" y="392556"/>
                  <a:pt x="478756" y="393471"/>
                </a:cubicBezTo>
                <a:lnTo>
                  <a:pt x="478756" y="451336"/>
                </a:lnTo>
                <a:close/>
                <a:moveTo>
                  <a:pt x="478755" y="377449"/>
                </a:moveTo>
                <a:cubicBezTo>
                  <a:pt x="478199" y="377393"/>
                  <a:pt x="477664" y="377364"/>
                  <a:pt x="477096" y="377364"/>
                </a:cubicBezTo>
                <a:lnTo>
                  <a:pt x="423746" y="377364"/>
                </a:lnTo>
                <a:cubicBezTo>
                  <a:pt x="423056" y="377364"/>
                  <a:pt x="422431" y="376929"/>
                  <a:pt x="422192" y="376283"/>
                </a:cubicBezTo>
                <a:lnTo>
                  <a:pt x="418866" y="367328"/>
                </a:lnTo>
                <a:cubicBezTo>
                  <a:pt x="416534" y="361047"/>
                  <a:pt x="410466" y="356828"/>
                  <a:pt x="403765" y="356828"/>
                </a:cubicBezTo>
                <a:lnTo>
                  <a:pt x="378538" y="356828"/>
                </a:lnTo>
                <a:lnTo>
                  <a:pt x="378538" y="345509"/>
                </a:lnTo>
                <a:cubicBezTo>
                  <a:pt x="378538" y="345196"/>
                  <a:pt x="378824" y="344910"/>
                  <a:pt x="379137" y="344910"/>
                </a:cubicBezTo>
                <a:lnTo>
                  <a:pt x="478156" y="344910"/>
                </a:lnTo>
                <a:cubicBezTo>
                  <a:pt x="478470" y="344910"/>
                  <a:pt x="478755" y="345195"/>
                  <a:pt x="478755" y="34550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85" name="Google Shape;585;p43"/>
          <p:cNvGrpSpPr/>
          <p:nvPr/>
        </p:nvGrpSpPr>
        <p:grpSpPr>
          <a:xfrm>
            <a:off x="1213469" y="1439326"/>
            <a:ext cx="384058" cy="384058"/>
            <a:chOff x="4004875" y="1904625"/>
            <a:chExt cx="361875" cy="361875"/>
          </a:xfrm>
        </p:grpSpPr>
        <p:sp>
          <p:nvSpPr>
            <p:cNvPr id="586" name="Google Shape;586;p43"/>
            <p:cNvSpPr/>
            <p:nvPr/>
          </p:nvSpPr>
          <p:spPr>
            <a:xfrm>
              <a:off x="4114425" y="1994900"/>
              <a:ext cx="35050" cy="51675"/>
            </a:xfrm>
            <a:custGeom>
              <a:rect b="b" l="l" r="r" t="t"/>
              <a:pathLst>
                <a:path extrusionOk="0" h="2067" w="1402">
                  <a:moveTo>
                    <a:pt x="1062" y="1"/>
                  </a:moveTo>
                  <a:cubicBezTo>
                    <a:pt x="1017" y="1"/>
                    <a:pt x="969" y="19"/>
                    <a:pt x="927" y="62"/>
                  </a:cubicBezTo>
                  <a:lnTo>
                    <a:pt x="93" y="864"/>
                  </a:lnTo>
                  <a:cubicBezTo>
                    <a:pt x="1" y="957"/>
                    <a:pt x="1" y="1080"/>
                    <a:pt x="93" y="1173"/>
                  </a:cubicBezTo>
                  <a:lnTo>
                    <a:pt x="958" y="2006"/>
                  </a:lnTo>
                  <a:cubicBezTo>
                    <a:pt x="1001" y="2049"/>
                    <a:pt x="1050" y="2067"/>
                    <a:pt x="1099" y="2067"/>
                  </a:cubicBezTo>
                  <a:cubicBezTo>
                    <a:pt x="1258" y="2067"/>
                    <a:pt x="1401" y="1870"/>
                    <a:pt x="1235" y="1728"/>
                  </a:cubicBezTo>
                  <a:lnTo>
                    <a:pt x="556" y="1018"/>
                  </a:lnTo>
                  <a:lnTo>
                    <a:pt x="1205" y="370"/>
                  </a:lnTo>
                  <a:cubicBezTo>
                    <a:pt x="1347" y="204"/>
                    <a:pt x="1215" y="1"/>
                    <a:pt x="106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87" name="Google Shape;587;p43"/>
            <p:cNvSpPr/>
            <p:nvPr/>
          </p:nvSpPr>
          <p:spPr>
            <a:xfrm>
              <a:off x="4222750" y="1994900"/>
              <a:ext cx="33675" cy="51675"/>
            </a:xfrm>
            <a:custGeom>
              <a:rect b="b" l="l" r="r" t="t"/>
              <a:pathLst>
                <a:path extrusionOk="0" h="2067" w="1347">
                  <a:moveTo>
                    <a:pt x="297" y="0"/>
                  </a:moveTo>
                  <a:cubicBezTo>
                    <a:pt x="131" y="0"/>
                    <a:pt x="1" y="197"/>
                    <a:pt x="143" y="339"/>
                  </a:cubicBezTo>
                  <a:lnTo>
                    <a:pt x="822" y="1049"/>
                  </a:lnTo>
                  <a:lnTo>
                    <a:pt x="174" y="1697"/>
                  </a:lnTo>
                  <a:cubicBezTo>
                    <a:pt x="31" y="1864"/>
                    <a:pt x="163" y="2067"/>
                    <a:pt x="330" y="2067"/>
                  </a:cubicBezTo>
                  <a:cubicBezTo>
                    <a:pt x="380" y="2067"/>
                    <a:pt x="433" y="2048"/>
                    <a:pt x="482" y="2006"/>
                  </a:cubicBezTo>
                  <a:lnTo>
                    <a:pt x="1285" y="1203"/>
                  </a:lnTo>
                  <a:cubicBezTo>
                    <a:pt x="1346" y="1111"/>
                    <a:pt x="1346" y="987"/>
                    <a:pt x="1285" y="895"/>
                  </a:cubicBezTo>
                  <a:lnTo>
                    <a:pt x="451" y="62"/>
                  </a:lnTo>
                  <a:cubicBezTo>
                    <a:pt x="401" y="19"/>
                    <a:pt x="348" y="0"/>
                    <a:pt x="29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88" name="Google Shape;588;p43"/>
            <p:cNvSpPr/>
            <p:nvPr/>
          </p:nvSpPr>
          <p:spPr>
            <a:xfrm>
              <a:off x="4165875" y="1982250"/>
              <a:ext cx="39625" cy="75850"/>
            </a:xfrm>
            <a:custGeom>
              <a:rect b="b" l="l" r="r" t="t"/>
              <a:pathLst>
                <a:path extrusionOk="0" h="3034" w="1585">
                  <a:moveTo>
                    <a:pt x="1357" y="1"/>
                  </a:moveTo>
                  <a:cubicBezTo>
                    <a:pt x="1272" y="1"/>
                    <a:pt x="1176" y="41"/>
                    <a:pt x="1153" y="135"/>
                  </a:cubicBezTo>
                  <a:lnTo>
                    <a:pt x="42" y="2759"/>
                  </a:lnTo>
                  <a:cubicBezTo>
                    <a:pt x="0" y="2923"/>
                    <a:pt x="124" y="3033"/>
                    <a:pt x="247" y="3033"/>
                  </a:cubicBezTo>
                  <a:cubicBezTo>
                    <a:pt x="309" y="3033"/>
                    <a:pt x="371" y="3006"/>
                    <a:pt x="412" y="2944"/>
                  </a:cubicBezTo>
                  <a:lnTo>
                    <a:pt x="1554" y="290"/>
                  </a:lnTo>
                  <a:cubicBezTo>
                    <a:pt x="1585" y="197"/>
                    <a:pt x="1523" y="74"/>
                    <a:pt x="1430" y="12"/>
                  </a:cubicBezTo>
                  <a:cubicBezTo>
                    <a:pt x="1408" y="5"/>
                    <a:pt x="1383" y="1"/>
                    <a:pt x="135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89" name="Google Shape;589;p43"/>
            <p:cNvSpPr/>
            <p:nvPr/>
          </p:nvSpPr>
          <p:spPr>
            <a:xfrm>
              <a:off x="4004875" y="1904625"/>
              <a:ext cx="361875" cy="361875"/>
            </a:xfrm>
            <a:custGeom>
              <a:rect b="b" l="l" r="r" t="t"/>
              <a:pathLst>
                <a:path extrusionOk="0" h="14475" w="14475">
                  <a:moveTo>
                    <a:pt x="10833" y="432"/>
                  </a:moveTo>
                  <a:cubicBezTo>
                    <a:pt x="11327" y="432"/>
                    <a:pt x="11728" y="802"/>
                    <a:pt x="11728" y="1296"/>
                  </a:cubicBezTo>
                  <a:lnTo>
                    <a:pt x="11728" y="1636"/>
                  </a:lnTo>
                  <a:lnTo>
                    <a:pt x="2747" y="1636"/>
                  </a:lnTo>
                  <a:lnTo>
                    <a:pt x="2747" y="1296"/>
                  </a:lnTo>
                  <a:cubicBezTo>
                    <a:pt x="2747" y="833"/>
                    <a:pt x="3148" y="432"/>
                    <a:pt x="3642" y="432"/>
                  </a:cubicBezTo>
                  <a:close/>
                  <a:moveTo>
                    <a:pt x="11728" y="2068"/>
                  </a:moveTo>
                  <a:lnTo>
                    <a:pt x="11728" y="6697"/>
                  </a:lnTo>
                  <a:cubicBezTo>
                    <a:pt x="11728" y="7191"/>
                    <a:pt x="11327" y="7592"/>
                    <a:pt x="10864" y="7592"/>
                  </a:cubicBezTo>
                  <a:lnTo>
                    <a:pt x="3642" y="7592"/>
                  </a:lnTo>
                  <a:cubicBezTo>
                    <a:pt x="3148" y="7592"/>
                    <a:pt x="2747" y="7191"/>
                    <a:pt x="2747" y="6697"/>
                  </a:cubicBezTo>
                  <a:lnTo>
                    <a:pt x="2747" y="2068"/>
                  </a:lnTo>
                  <a:close/>
                  <a:moveTo>
                    <a:pt x="14043" y="9660"/>
                  </a:moveTo>
                  <a:lnTo>
                    <a:pt x="14043" y="10678"/>
                  </a:lnTo>
                  <a:cubicBezTo>
                    <a:pt x="14043" y="11049"/>
                    <a:pt x="13734" y="11357"/>
                    <a:pt x="13395" y="11357"/>
                  </a:cubicBezTo>
                  <a:lnTo>
                    <a:pt x="13395" y="11326"/>
                  </a:lnTo>
                  <a:lnTo>
                    <a:pt x="1112" y="11326"/>
                  </a:lnTo>
                  <a:cubicBezTo>
                    <a:pt x="741" y="11326"/>
                    <a:pt x="433" y="11049"/>
                    <a:pt x="433" y="10678"/>
                  </a:cubicBezTo>
                  <a:lnTo>
                    <a:pt x="433" y="9660"/>
                  </a:lnTo>
                  <a:close/>
                  <a:moveTo>
                    <a:pt x="8148" y="11758"/>
                  </a:moveTo>
                  <a:lnTo>
                    <a:pt x="8148" y="13147"/>
                  </a:lnTo>
                  <a:lnTo>
                    <a:pt x="6389" y="13147"/>
                  </a:lnTo>
                  <a:lnTo>
                    <a:pt x="6389" y="11758"/>
                  </a:lnTo>
                  <a:close/>
                  <a:moveTo>
                    <a:pt x="3642" y="0"/>
                  </a:moveTo>
                  <a:cubicBezTo>
                    <a:pt x="2902" y="0"/>
                    <a:pt x="2315" y="586"/>
                    <a:pt x="2315" y="1296"/>
                  </a:cubicBezTo>
                  <a:lnTo>
                    <a:pt x="2315" y="2160"/>
                  </a:lnTo>
                  <a:lnTo>
                    <a:pt x="1081" y="2160"/>
                  </a:lnTo>
                  <a:cubicBezTo>
                    <a:pt x="494" y="2160"/>
                    <a:pt x="1" y="2654"/>
                    <a:pt x="1" y="3271"/>
                  </a:cubicBezTo>
                  <a:lnTo>
                    <a:pt x="1" y="3981"/>
                  </a:lnTo>
                  <a:cubicBezTo>
                    <a:pt x="1" y="4120"/>
                    <a:pt x="109" y="4189"/>
                    <a:pt x="217" y="4189"/>
                  </a:cubicBezTo>
                  <a:cubicBezTo>
                    <a:pt x="325" y="4189"/>
                    <a:pt x="433" y="4120"/>
                    <a:pt x="433" y="3981"/>
                  </a:cubicBezTo>
                  <a:lnTo>
                    <a:pt x="433" y="3271"/>
                  </a:lnTo>
                  <a:cubicBezTo>
                    <a:pt x="433" y="2901"/>
                    <a:pt x="710" y="2592"/>
                    <a:pt x="1081" y="2592"/>
                  </a:cubicBezTo>
                  <a:lnTo>
                    <a:pt x="2315" y="2592"/>
                  </a:lnTo>
                  <a:lnTo>
                    <a:pt x="2315" y="6697"/>
                  </a:lnTo>
                  <a:cubicBezTo>
                    <a:pt x="2315" y="7407"/>
                    <a:pt x="2902" y="7993"/>
                    <a:pt x="3642" y="7993"/>
                  </a:cubicBezTo>
                  <a:lnTo>
                    <a:pt x="10833" y="7993"/>
                  </a:lnTo>
                  <a:cubicBezTo>
                    <a:pt x="11574" y="7993"/>
                    <a:pt x="12129" y="7407"/>
                    <a:pt x="12129" y="6697"/>
                  </a:cubicBezTo>
                  <a:lnTo>
                    <a:pt x="12129" y="2592"/>
                  </a:lnTo>
                  <a:lnTo>
                    <a:pt x="13395" y="2592"/>
                  </a:lnTo>
                  <a:cubicBezTo>
                    <a:pt x="13734" y="2592"/>
                    <a:pt x="14043" y="2901"/>
                    <a:pt x="14043" y="3271"/>
                  </a:cubicBezTo>
                  <a:lnTo>
                    <a:pt x="14043" y="9228"/>
                  </a:lnTo>
                  <a:lnTo>
                    <a:pt x="433" y="9228"/>
                  </a:lnTo>
                  <a:lnTo>
                    <a:pt x="433" y="5185"/>
                  </a:lnTo>
                  <a:cubicBezTo>
                    <a:pt x="433" y="5046"/>
                    <a:pt x="325" y="4976"/>
                    <a:pt x="217" y="4976"/>
                  </a:cubicBezTo>
                  <a:cubicBezTo>
                    <a:pt x="109" y="4976"/>
                    <a:pt x="1" y="5046"/>
                    <a:pt x="1" y="5185"/>
                  </a:cubicBezTo>
                  <a:lnTo>
                    <a:pt x="1" y="10678"/>
                  </a:lnTo>
                  <a:cubicBezTo>
                    <a:pt x="1" y="11265"/>
                    <a:pt x="494" y="11758"/>
                    <a:pt x="1112" y="11758"/>
                  </a:cubicBezTo>
                  <a:lnTo>
                    <a:pt x="5957" y="11758"/>
                  </a:lnTo>
                  <a:lnTo>
                    <a:pt x="5957" y="13147"/>
                  </a:lnTo>
                  <a:lnTo>
                    <a:pt x="4877" y="13147"/>
                  </a:lnTo>
                  <a:cubicBezTo>
                    <a:pt x="4043" y="13147"/>
                    <a:pt x="4043" y="14474"/>
                    <a:pt x="4877" y="14474"/>
                  </a:cubicBezTo>
                  <a:lnTo>
                    <a:pt x="7809" y="14474"/>
                  </a:lnTo>
                  <a:cubicBezTo>
                    <a:pt x="8077" y="14474"/>
                    <a:pt x="8086" y="14071"/>
                    <a:pt x="7836" y="14071"/>
                  </a:cubicBezTo>
                  <a:cubicBezTo>
                    <a:pt x="7827" y="14071"/>
                    <a:pt x="7818" y="14072"/>
                    <a:pt x="7809" y="14073"/>
                  </a:cubicBezTo>
                  <a:lnTo>
                    <a:pt x="4877" y="14073"/>
                  </a:lnTo>
                  <a:cubicBezTo>
                    <a:pt x="4599" y="14011"/>
                    <a:pt x="4599" y="13610"/>
                    <a:pt x="4877" y="13579"/>
                  </a:cubicBezTo>
                  <a:lnTo>
                    <a:pt x="9599" y="13579"/>
                  </a:lnTo>
                  <a:cubicBezTo>
                    <a:pt x="9876" y="13610"/>
                    <a:pt x="9876" y="14011"/>
                    <a:pt x="9599" y="14073"/>
                  </a:cubicBezTo>
                  <a:lnTo>
                    <a:pt x="9043" y="14073"/>
                  </a:lnTo>
                  <a:cubicBezTo>
                    <a:pt x="8765" y="14073"/>
                    <a:pt x="8765" y="14474"/>
                    <a:pt x="9043" y="14474"/>
                  </a:cubicBezTo>
                  <a:lnTo>
                    <a:pt x="9599" y="14474"/>
                  </a:lnTo>
                  <a:cubicBezTo>
                    <a:pt x="10432" y="14474"/>
                    <a:pt x="10432" y="13147"/>
                    <a:pt x="9599" y="13147"/>
                  </a:cubicBezTo>
                  <a:lnTo>
                    <a:pt x="8549" y="13147"/>
                  </a:lnTo>
                  <a:lnTo>
                    <a:pt x="8549" y="11758"/>
                  </a:lnTo>
                  <a:lnTo>
                    <a:pt x="13364" y="11758"/>
                  </a:lnTo>
                  <a:cubicBezTo>
                    <a:pt x="13981" y="11758"/>
                    <a:pt x="14475" y="11265"/>
                    <a:pt x="14475" y="10678"/>
                  </a:cubicBezTo>
                  <a:lnTo>
                    <a:pt x="14475" y="3271"/>
                  </a:lnTo>
                  <a:cubicBezTo>
                    <a:pt x="14475" y="2654"/>
                    <a:pt x="13981" y="2160"/>
                    <a:pt x="13364" y="2160"/>
                  </a:cubicBezTo>
                  <a:lnTo>
                    <a:pt x="12129" y="2160"/>
                  </a:lnTo>
                  <a:lnTo>
                    <a:pt x="12129" y="1296"/>
                  </a:lnTo>
                  <a:cubicBezTo>
                    <a:pt x="12129" y="586"/>
                    <a:pt x="11574" y="0"/>
                    <a:pt x="1083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90" name="Google Shape;590;p43"/>
            <p:cNvSpPr/>
            <p:nvPr/>
          </p:nvSpPr>
          <p:spPr>
            <a:xfrm>
              <a:off x="4087425" y="1926225"/>
              <a:ext cx="13925" cy="10825"/>
            </a:xfrm>
            <a:custGeom>
              <a:rect b="b" l="l" r="r" t="t"/>
              <a:pathLst>
                <a:path extrusionOk="0" h="433" w="557">
                  <a:moveTo>
                    <a:pt x="278" y="0"/>
                  </a:moveTo>
                  <a:cubicBezTo>
                    <a:pt x="1" y="0"/>
                    <a:pt x="1" y="432"/>
                    <a:pt x="278" y="432"/>
                  </a:cubicBezTo>
                  <a:cubicBezTo>
                    <a:pt x="556" y="432"/>
                    <a:pt x="556" y="0"/>
                    <a:pt x="27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91" name="Google Shape;591;p43"/>
            <p:cNvSpPr/>
            <p:nvPr/>
          </p:nvSpPr>
          <p:spPr>
            <a:xfrm>
              <a:off x="4105175" y="1926225"/>
              <a:ext cx="13925" cy="10825"/>
            </a:xfrm>
            <a:custGeom>
              <a:rect b="b" l="l" r="r" t="t"/>
              <a:pathLst>
                <a:path extrusionOk="0" h="433" w="557">
                  <a:moveTo>
                    <a:pt x="278" y="0"/>
                  </a:moveTo>
                  <a:cubicBezTo>
                    <a:pt x="1" y="0"/>
                    <a:pt x="1" y="432"/>
                    <a:pt x="278" y="432"/>
                  </a:cubicBezTo>
                  <a:cubicBezTo>
                    <a:pt x="556" y="432"/>
                    <a:pt x="556" y="0"/>
                    <a:pt x="27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92" name="Google Shape;592;p43"/>
            <p:cNvSpPr/>
            <p:nvPr/>
          </p:nvSpPr>
          <p:spPr>
            <a:xfrm>
              <a:off x="4122925" y="1926225"/>
              <a:ext cx="14675" cy="10825"/>
            </a:xfrm>
            <a:custGeom>
              <a:rect b="b" l="l" r="r" t="t"/>
              <a:pathLst>
                <a:path extrusionOk="0" h="433" w="587">
                  <a:moveTo>
                    <a:pt x="309" y="0"/>
                  </a:moveTo>
                  <a:cubicBezTo>
                    <a:pt x="0" y="0"/>
                    <a:pt x="0" y="432"/>
                    <a:pt x="309" y="432"/>
                  </a:cubicBezTo>
                  <a:cubicBezTo>
                    <a:pt x="587" y="432"/>
                    <a:pt x="587" y="0"/>
                    <a:pt x="30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grpSp>
      <p:grpSp>
        <p:nvGrpSpPr>
          <p:cNvPr id="593" name="Google Shape;593;p43"/>
          <p:cNvGrpSpPr/>
          <p:nvPr/>
        </p:nvGrpSpPr>
        <p:grpSpPr>
          <a:xfrm>
            <a:off x="5985634" y="1473604"/>
            <a:ext cx="348975" cy="293175"/>
            <a:chOff x="7719625" y="4198325"/>
            <a:chExt cx="348975" cy="293175"/>
          </a:xfrm>
        </p:grpSpPr>
        <p:sp>
          <p:nvSpPr>
            <p:cNvPr id="594" name="Google Shape;594;p43"/>
            <p:cNvSpPr/>
            <p:nvPr/>
          </p:nvSpPr>
          <p:spPr>
            <a:xfrm>
              <a:off x="7984600" y="4219275"/>
              <a:ext cx="11900" cy="7550"/>
            </a:xfrm>
            <a:custGeom>
              <a:rect b="b" l="l" r="r" t="t"/>
              <a:pathLst>
                <a:path extrusionOk="0" h="302" w="476">
                  <a:moveTo>
                    <a:pt x="258" y="1"/>
                  </a:moveTo>
                  <a:cubicBezTo>
                    <a:pt x="0" y="1"/>
                    <a:pt x="256" y="302"/>
                    <a:pt x="396" y="302"/>
                  </a:cubicBezTo>
                  <a:cubicBezTo>
                    <a:pt x="442" y="302"/>
                    <a:pt x="475" y="270"/>
                    <a:pt x="475" y="187"/>
                  </a:cubicBezTo>
                  <a:cubicBezTo>
                    <a:pt x="444" y="94"/>
                    <a:pt x="351" y="1"/>
                    <a:pt x="2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95" name="Google Shape;595;p43"/>
            <p:cNvSpPr/>
            <p:nvPr/>
          </p:nvSpPr>
          <p:spPr>
            <a:xfrm>
              <a:off x="8006200" y="4219025"/>
              <a:ext cx="11225" cy="10600"/>
            </a:xfrm>
            <a:custGeom>
              <a:rect b="b" l="l" r="r" t="t"/>
              <a:pathLst>
                <a:path extrusionOk="0" h="424" w="449">
                  <a:moveTo>
                    <a:pt x="181" y="1"/>
                  </a:moveTo>
                  <a:cubicBezTo>
                    <a:pt x="0" y="1"/>
                    <a:pt x="0" y="424"/>
                    <a:pt x="181" y="424"/>
                  </a:cubicBezTo>
                  <a:cubicBezTo>
                    <a:pt x="196" y="424"/>
                    <a:pt x="213" y="421"/>
                    <a:pt x="231" y="414"/>
                  </a:cubicBezTo>
                  <a:cubicBezTo>
                    <a:pt x="350" y="414"/>
                    <a:pt x="441" y="328"/>
                    <a:pt x="448" y="212"/>
                  </a:cubicBezTo>
                  <a:lnTo>
                    <a:pt x="448" y="212"/>
                  </a:lnTo>
                  <a:cubicBezTo>
                    <a:pt x="448" y="217"/>
                    <a:pt x="449" y="222"/>
                    <a:pt x="449" y="228"/>
                  </a:cubicBezTo>
                  <a:lnTo>
                    <a:pt x="449" y="197"/>
                  </a:lnTo>
                  <a:cubicBezTo>
                    <a:pt x="449" y="202"/>
                    <a:pt x="448" y="207"/>
                    <a:pt x="448" y="212"/>
                  </a:cubicBezTo>
                  <a:cubicBezTo>
                    <a:pt x="441" y="96"/>
                    <a:pt x="350" y="11"/>
                    <a:pt x="231" y="11"/>
                  </a:cubicBezTo>
                  <a:cubicBezTo>
                    <a:pt x="213" y="4"/>
                    <a:pt x="196" y="1"/>
                    <a:pt x="1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96" name="Google Shape;596;p43"/>
            <p:cNvSpPr/>
            <p:nvPr/>
          </p:nvSpPr>
          <p:spPr>
            <a:xfrm>
              <a:off x="8027900" y="4219025"/>
              <a:ext cx="10475" cy="10600"/>
            </a:xfrm>
            <a:custGeom>
              <a:rect b="b" l="l" r="r" t="t"/>
              <a:pathLst>
                <a:path extrusionOk="0" h="424" w="419">
                  <a:moveTo>
                    <a:pt x="181" y="1"/>
                  </a:moveTo>
                  <a:cubicBezTo>
                    <a:pt x="1" y="1"/>
                    <a:pt x="1" y="424"/>
                    <a:pt x="181" y="424"/>
                  </a:cubicBezTo>
                  <a:cubicBezTo>
                    <a:pt x="197" y="424"/>
                    <a:pt x="214" y="421"/>
                    <a:pt x="232" y="414"/>
                  </a:cubicBezTo>
                  <a:cubicBezTo>
                    <a:pt x="321" y="414"/>
                    <a:pt x="410" y="328"/>
                    <a:pt x="418" y="212"/>
                  </a:cubicBezTo>
                  <a:lnTo>
                    <a:pt x="418" y="212"/>
                  </a:lnTo>
                  <a:cubicBezTo>
                    <a:pt x="418" y="217"/>
                    <a:pt x="418" y="222"/>
                    <a:pt x="418" y="228"/>
                  </a:cubicBezTo>
                  <a:lnTo>
                    <a:pt x="418" y="197"/>
                  </a:lnTo>
                  <a:cubicBezTo>
                    <a:pt x="418" y="202"/>
                    <a:pt x="418" y="207"/>
                    <a:pt x="418" y="212"/>
                  </a:cubicBezTo>
                  <a:cubicBezTo>
                    <a:pt x="410" y="96"/>
                    <a:pt x="321" y="11"/>
                    <a:pt x="232" y="11"/>
                  </a:cubicBezTo>
                  <a:cubicBezTo>
                    <a:pt x="214" y="4"/>
                    <a:pt x="197" y="1"/>
                    <a:pt x="18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97" name="Google Shape;597;p43"/>
            <p:cNvSpPr/>
            <p:nvPr/>
          </p:nvSpPr>
          <p:spPr>
            <a:xfrm>
              <a:off x="7719625" y="4198325"/>
              <a:ext cx="348975" cy="293175"/>
            </a:xfrm>
            <a:custGeom>
              <a:rect b="b" l="l" r="r" t="t"/>
              <a:pathLst>
                <a:path extrusionOk="0" h="11727" w="13959">
                  <a:moveTo>
                    <a:pt x="3626" y="2914"/>
                  </a:moveTo>
                  <a:cubicBezTo>
                    <a:pt x="4230" y="2914"/>
                    <a:pt x="4230" y="3819"/>
                    <a:pt x="3626" y="3819"/>
                  </a:cubicBezTo>
                  <a:cubicBezTo>
                    <a:pt x="3607" y="3819"/>
                    <a:pt x="3587" y="3818"/>
                    <a:pt x="3567" y="3816"/>
                  </a:cubicBezTo>
                  <a:lnTo>
                    <a:pt x="403" y="3816"/>
                  </a:lnTo>
                  <a:lnTo>
                    <a:pt x="403" y="2917"/>
                  </a:lnTo>
                  <a:lnTo>
                    <a:pt x="3567" y="2917"/>
                  </a:lnTo>
                  <a:cubicBezTo>
                    <a:pt x="3587" y="2915"/>
                    <a:pt x="3607" y="2914"/>
                    <a:pt x="3626" y="2914"/>
                  </a:cubicBezTo>
                  <a:close/>
                  <a:moveTo>
                    <a:pt x="3660" y="5437"/>
                  </a:moveTo>
                  <a:cubicBezTo>
                    <a:pt x="4513" y="5437"/>
                    <a:pt x="5366" y="6003"/>
                    <a:pt x="5366" y="7135"/>
                  </a:cubicBezTo>
                  <a:cubicBezTo>
                    <a:pt x="5366" y="7353"/>
                    <a:pt x="5335" y="7570"/>
                    <a:pt x="5242" y="7756"/>
                  </a:cubicBezTo>
                  <a:cubicBezTo>
                    <a:pt x="5180" y="7353"/>
                    <a:pt x="5087" y="6949"/>
                    <a:pt x="4932" y="6546"/>
                  </a:cubicBezTo>
                  <a:cubicBezTo>
                    <a:pt x="4870" y="6422"/>
                    <a:pt x="4808" y="6329"/>
                    <a:pt x="4684" y="6267"/>
                  </a:cubicBezTo>
                  <a:cubicBezTo>
                    <a:pt x="4629" y="6245"/>
                    <a:pt x="4574" y="6235"/>
                    <a:pt x="4521" y="6235"/>
                  </a:cubicBezTo>
                  <a:cubicBezTo>
                    <a:pt x="4423" y="6235"/>
                    <a:pt x="4330" y="6269"/>
                    <a:pt x="4250" y="6329"/>
                  </a:cubicBezTo>
                  <a:cubicBezTo>
                    <a:pt x="4126" y="6391"/>
                    <a:pt x="4033" y="6453"/>
                    <a:pt x="3940" y="6546"/>
                  </a:cubicBezTo>
                  <a:cubicBezTo>
                    <a:pt x="3847" y="6608"/>
                    <a:pt x="3753" y="6670"/>
                    <a:pt x="3660" y="6670"/>
                  </a:cubicBezTo>
                  <a:cubicBezTo>
                    <a:pt x="3567" y="6670"/>
                    <a:pt x="3474" y="6608"/>
                    <a:pt x="3381" y="6546"/>
                  </a:cubicBezTo>
                  <a:cubicBezTo>
                    <a:pt x="3280" y="6470"/>
                    <a:pt x="3011" y="6227"/>
                    <a:pt x="2781" y="6227"/>
                  </a:cubicBezTo>
                  <a:cubicBezTo>
                    <a:pt x="2731" y="6227"/>
                    <a:pt x="2682" y="6239"/>
                    <a:pt x="2637" y="6267"/>
                  </a:cubicBezTo>
                  <a:cubicBezTo>
                    <a:pt x="2544" y="6329"/>
                    <a:pt x="2451" y="6422"/>
                    <a:pt x="2389" y="6546"/>
                  </a:cubicBezTo>
                  <a:cubicBezTo>
                    <a:pt x="2234" y="6949"/>
                    <a:pt x="2140" y="7321"/>
                    <a:pt x="2078" y="7756"/>
                  </a:cubicBezTo>
                  <a:cubicBezTo>
                    <a:pt x="1985" y="7539"/>
                    <a:pt x="1954" y="7353"/>
                    <a:pt x="1954" y="7135"/>
                  </a:cubicBezTo>
                  <a:cubicBezTo>
                    <a:pt x="1954" y="6003"/>
                    <a:pt x="2807" y="5437"/>
                    <a:pt x="3660" y="5437"/>
                  </a:cubicBezTo>
                  <a:close/>
                  <a:moveTo>
                    <a:pt x="4498" y="6639"/>
                  </a:moveTo>
                  <a:cubicBezTo>
                    <a:pt x="4529" y="6670"/>
                    <a:pt x="4529" y="6670"/>
                    <a:pt x="4529" y="6701"/>
                  </a:cubicBezTo>
                  <a:cubicBezTo>
                    <a:pt x="4715" y="7135"/>
                    <a:pt x="4839" y="7601"/>
                    <a:pt x="4870" y="8066"/>
                  </a:cubicBezTo>
                  <a:cubicBezTo>
                    <a:pt x="4932" y="8686"/>
                    <a:pt x="4684" y="9276"/>
                    <a:pt x="4188" y="9617"/>
                  </a:cubicBezTo>
                  <a:cubicBezTo>
                    <a:pt x="4017" y="9725"/>
                    <a:pt x="3831" y="9780"/>
                    <a:pt x="3649" y="9780"/>
                  </a:cubicBezTo>
                  <a:cubicBezTo>
                    <a:pt x="3467" y="9780"/>
                    <a:pt x="3288" y="9725"/>
                    <a:pt x="3133" y="9617"/>
                  </a:cubicBezTo>
                  <a:cubicBezTo>
                    <a:pt x="2637" y="9276"/>
                    <a:pt x="2358" y="8686"/>
                    <a:pt x="2451" y="8066"/>
                  </a:cubicBezTo>
                  <a:cubicBezTo>
                    <a:pt x="2482" y="7601"/>
                    <a:pt x="2606" y="7135"/>
                    <a:pt x="2792" y="6701"/>
                  </a:cubicBezTo>
                  <a:cubicBezTo>
                    <a:pt x="2792" y="6670"/>
                    <a:pt x="2792" y="6670"/>
                    <a:pt x="2823" y="6639"/>
                  </a:cubicBezTo>
                  <a:cubicBezTo>
                    <a:pt x="2916" y="6701"/>
                    <a:pt x="3040" y="6763"/>
                    <a:pt x="3102" y="6856"/>
                  </a:cubicBezTo>
                  <a:cubicBezTo>
                    <a:pt x="3257" y="6980"/>
                    <a:pt x="3474" y="7073"/>
                    <a:pt x="3660" y="7073"/>
                  </a:cubicBezTo>
                  <a:cubicBezTo>
                    <a:pt x="3878" y="7073"/>
                    <a:pt x="4064" y="6980"/>
                    <a:pt x="4219" y="6856"/>
                  </a:cubicBezTo>
                  <a:cubicBezTo>
                    <a:pt x="4281" y="6763"/>
                    <a:pt x="4405" y="6701"/>
                    <a:pt x="4498" y="6639"/>
                  </a:cubicBezTo>
                  <a:close/>
                  <a:moveTo>
                    <a:pt x="3195" y="10113"/>
                  </a:moveTo>
                  <a:cubicBezTo>
                    <a:pt x="3350" y="10175"/>
                    <a:pt x="3505" y="10206"/>
                    <a:pt x="3660" y="10206"/>
                  </a:cubicBezTo>
                  <a:cubicBezTo>
                    <a:pt x="3816" y="10206"/>
                    <a:pt x="3940" y="10175"/>
                    <a:pt x="4064" y="10144"/>
                  </a:cubicBezTo>
                  <a:cubicBezTo>
                    <a:pt x="4064" y="10299"/>
                    <a:pt x="4157" y="10423"/>
                    <a:pt x="4312" y="10485"/>
                  </a:cubicBezTo>
                  <a:lnTo>
                    <a:pt x="5460" y="10951"/>
                  </a:lnTo>
                  <a:cubicBezTo>
                    <a:pt x="5584" y="10982"/>
                    <a:pt x="5677" y="11075"/>
                    <a:pt x="5739" y="11199"/>
                  </a:cubicBezTo>
                  <a:cubicBezTo>
                    <a:pt x="5739" y="11230"/>
                    <a:pt x="5770" y="11261"/>
                    <a:pt x="5770" y="11292"/>
                  </a:cubicBezTo>
                  <a:lnTo>
                    <a:pt x="1520" y="11292"/>
                  </a:lnTo>
                  <a:cubicBezTo>
                    <a:pt x="1520" y="11261"/>
                    <a:pt x="1551" y="11230"/>
                    <a:pt x="1551" y="11199"/>
                  </a:cubicBezTo>
                  <a:cubicBezTo>
                    <a:pt x="1582" y="11075"/>
                    <a:pt x="1675" y="10982"/>
                    <a:pt x="1799" y="10951"/>
                  </a:cubicBezTo>
                  <a:lnTo>
                    <a:pt x="2978" y="10485"/>
                  </a:lnTo>
                  <a:cubicBezTo>
                    <a:pt x="3102" y="10454"/>
                    <a:pt x="3195" y="10299"/>
                    <a:pt x="3195" y="10144"/>
                  </a:cubicBezTo>
                  <a:lnTo>
                    <a:pt x="3195" y="10113"/>
                  </a:lnTo>
                  <a:close/>
                  <a:moveTo>
                    <a:pt x="13556" y="2079"/>
                  </a:moveTo>
                  <a:lnTo>
                    <a:pt x="13556" y="11323"/>
                  </a:lnTo>
                  <a:lnTo>
                    <a:pt x="6204" y="11323"/>
                  </a:lnTo>
                  <a:cubicBezTo>
                    <a:pt x="6173" y="11230"/>
                    <a:pt x="6142" y="11137"/>
                    <a:pt x="6111" y="11044"/>
                  </a:cubicBezTo>
                  <a:cubicBezTo>
                    <a:pt x="6018" y="10827"/>
                    <a:pt x="5863" y="10672"/>
                    <a:pt x="5646" y="10578"/>
                  </a:cubicBezTo>
                  <a:lnTo>
                    <a:pt x="4467" y="10113"/>
                  </a:lnTo>
                  <a:lnTo>
                    <a:pt x="4467" y="9927"/>
                  </a:lnTo>
                  <a:cubicBezTo>
                    <a:pt x="4932" y="9586"/>
                    <a:pt x="5211" y="9090"/>
                    <a:pt x="5242" y="8500"/>
                  </a:cubicBezTo>
                  <a:cubicBezTo>
                    <a:pt x="5273" y="8500"/>
                    <a:pt x="5273" y="8500"/>
                    <a:pt x="5273" y="8469"/>
                  </a:cubicBezTo>
                  <a:cubicBezTo>
                    <a:pt x="6390" y="7104"/>
                    <a:pt x="5429" y="5026"/>
                    <a:pt x="3629" y="5026"/>
                  </a:cubicBezTo>
                  <a:cubicBezTo>
                    <a:pt x="1861" y="5026"/>
                    <a:pt x="869" y="7104"/>
                    <a:pt x="2016" y="8469"/>
                  </a:cubicBezTo>
                  <a:lnTo>
                    <a:pt x="2047" y="8500"/>
                  </a:lnTo>
                  <a:cubicBezTo>
                    <a:pt x="2078" y="9059"/>
                    <a:pt x="2327" y="9555"/>
                    <a:pt x="2761" y="9896"/>
                  </a:cubicBezTo>
                  <a:lnTo>
                    <a:pt x="2761" y="10144"/>
                  </a:lnTo>
                  <a:lnTo>
                    <a:pt x="1613" y="10578"/>
                  </a:lnTo>
                  <a:cubicBezTo>
                    <a:pt x="1396" y="10672"/>
                    <a:pt x="1210" y="10827"/>
                    <a:pt x="1117" y="11044"/>
                  </a:cubicBezTo>
                  <a:cubicBezTo>
                    <a:pt x="1086" y="11137"/>
                    <a:pt x="1055" y="11230"/>
                    <a:pt x="1024" y="11323"/>
                  </a:cubicBezTo>
                  <a:lnTo>
                    <a:pt x="372" y="11323"/>
                  </a:lnTo>
                  <a:lnTo>
                    <a:pt x="372" y="4220"/>
                  </a:lnTo>
                  <a:lnTo>
                    <a:pt x="3567" y="4220"/>
                  </a:lnTo>
                  <a:cubicBezTo>
                    <a:pt x="4715" y="4220"/>
                    <a:pt x="4715" y="2483"/>
                    <a:pt x="3567" y="2483"/>
                  </a:cubicBezTo>
                  <a:lnTo>
                    <a:pt x="403" y="2483"/>
                  </a:lnTo>
                  <a:lnTo>
                    <a:pt x="403" y="2079"/>
                  </a:lnTo>
                  <a:close/>
                  <a:moveTo>
                    <a:pt x="776" y="1"/>
                  </a:moveTo>
                  <a:cubicBezTo>
                    <a:pt x="341" y="1"/>
                    <a:pt x="0" y="342"/>
                    <a:pt x="0" y="776"/>
                  </a:cubicBezTo>
                  <a:lnTo>
                    <a:pt x="0" y="11323"/>
                  </a:lnTo>
                  <a:cubicBezTo>
                    <a:pt x="0" y="11540"/>
                    <a:pt x="186" y="11726"/>
                    <a:pt x="403" y="11726"/>
                  </a:cubicBezTo>
                  <a:lnTo>
                    <a:pt x="13525" y="11726"/>
                  </a:lnTo>
                  <a:cubicBezTo>
                    <a:pt x="13773" y="11726"/>
                    <a:pt x="13959" y="11540"/>
                    <a:pt x="13959" y="11323"/>
                  </a:cubicBezTo>
                  <a:lnTo>
                    <a:pt x="13959" y="776"/>
                  </a:lnTo>
                  <a:cubicBezTo>
                    <a:pt x="13959" y="342"/>
                    <a:pt x="13618" y="1"/>
                    <a:pt x="13183" y="1"/>
                  </a:cubicBezTo>
                  <a:lnTo>
                    <a:pt x="5398" y="1"/>
                  </a:lnTo>
                  <a:cubicBezTo>
                    <a:pt x="5149" y="1"/>
                    <a:pt x="5149" y="404"/>
                    <a:pt x="5398" y="404"/>
                  </a:cubicBezTo>
                  <a:lnTo>
                    <a:pt x="13214" y="404"/>
                  </a:lnTo>
                  <a:cubicBezTo>
                    <a:pt x="13400" y="404"/>
                    <a:pt x="13556" y="559"/>
                    <a:pt x="13556" y="745"/>
                  </a:cubicBezTo>
                  <a:lnTo>
                    <a:pt x="13556" y="1676"/>
                  </a:lnTo>
                  <a:lnTo>
                    <a:pt x="403" y="1676"/>
                  </a:lnTo>
                  <a:lnTo>
                    <a:pt x="403" y="745"/>
                  </a:lnTo>
                  <a:cubicBezTo>
                    <a:pt x="403" y="559"/>
                    <a:pt x="558" y="404"/>
                    <a:pt x="776" y="404"/>
                  </a:cubicBezTo>
                  <a:lnTo>
                    <a:pt x="4591" y="404"/>
                  </a:lnTo>
                  <a:cubicBezTo>
                    <a:pt x="4870" y="404"/>
                    <a:pt x="4870" y="1"/>
                    <a:pt x="459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98" name="Google Shape;598;p43"/>
            <p:cNvSpPr/>
            <p:nvPr/>
          </p:nvSpPr>
          <p:spPr>
            <a:xfrm>
              <a:off x="7905725" y="4260375"/>
              <a:ext cx="130300" cy="63000"/>
            </a:xfrm>
            <a:custGeom>
              <a:rect b="b" l="l" r="r" t="t"/>
              <a:pathLst>
                <a:path extrusionOk="0" h="2520" w="5212">
                  <a:moveTo>
                    <a:pt x="4840" y="435"/>
                  </a:moveTo>
                  <a:lnTo>
                    <a:pt x="4809" y="1769"/>
                  </a:lnTo>
                  <a:lnTo>
                    <a:pt x="4188" y="1769"/>
                  </a:lnTo>
                  <a:cubicBezTo>
                    <a:pt x="4064" y="1769"/>
                    <a:pt x="3940" y="1831"/>
                    <a:pt x="3878" y="1924"/>
                  </a:cubicBezTo>
                  <a:lnTo>
                    <a:pt x="3785" y="2079"/>
                  </a:lnTo>
                  <a:lnTo>
                    <a:pt x="3723" y="1924"/>
                  </a:lnTo>
                  <a:cubicBezTo>
                    <a:pt x="3643" y="1843"/>
                    <a:pt x="3562" y="1763"/>
                    <a:pt x="3461" y="1763"/>
                  </a:cubicBezTo>
                  <a:cubicBezTo>
                    <a:pt x="3446" y="1763"/>
                    <a:pt x="3430" y="1764"/>
                    <a:pt x="3413" y="1769"/>
                  </a:cubicBezTo>
                  <a:lnTo>
                    <a:pt x="404" y="1769"/>
                  </a:lnTo>
                  <a:lnTo>
                    <a:pt x="404" y="435"/>
                  </a:lnTo>
                  <a:close/>
                  <a:moveTo>
                    <a:pt x="342" y="1"/>
                  </a:moveTo>
                  <a:cubicBezTo>
                    <a:pt x="156" y="1"/>
                    <a:pt x="1" y="156"/>
                    <a:pt x="1" y="373"/>
                  </a:cubicBezTo>
                  <a:lnTo>
                    <a:pt x="1" y="1800"/>
                  </a:lnTo>
                  <a:cubicBezTo>
                    <a:pt x="1" y="2017"/>
                    <a:pt x="156" y="2172"/>
                    <a:pt x="342" y="2172"/>
                  </a:cubicBezTo>
                  <a:lnTo>
                    <a:pt x="3382" y="2172"/>
                  </a:lnTo>
                  <a:lnTo>
                    <a:pt x="3506" y="2358"/>
                  </a:lnTo>
                  <a:cubicBezTo>
                    <a:pt x="3560" y="2439"/>
                    <a:pt x="3637" y="2519"/>
                    <a:pt x="3737" y="2519"/>
                  </a:cubicBezTo>
                  <a:cubicBezTo>
                    <a:pt x="3752" y="2519"/>
                    <a:pt x="3769" y="2517"/>
                    <a:pt x="3785" y="2513"/>
                  </a:cubicBezTo>
                  <a:cubicBezTo>
                    <a:pt x="3802" y="2517"/>
                    <a:pt x="3818" y="2519"/>
                    <a:pt x="3835" y="2519"/>
                  </a:cubicBezTo>
                  <a:cubicBezTo>
                    <a:pt x="3941" y="2519"/>
                    <a:pt x="4042" y="2439"/>
                    <a:pt x="4095" y="2358"/>
                  </a:cubicBezTo>
                  <a:lnTo>
                    <a:pt x="4219" y="2172"/>
                  </a:lnTo>
                  <a:lnTo>
                    <a:pt x="4871" y="2172"/>
                  </a:lnTo>
                  <a:cubicBezTo>
                    <a:pt x="5057" y="2172"/>
                    <a:pt x="5212" y="2017"/>
                    <a:pt x="5212" y="1800"/>
                  </a:cubicBezTo>
                  <a:lnTo>
                    <a:pt x="5212" y="373"/>
                  </a:lnTo>
                  <a:cubicBezTo>
                    <a:pt x="5212" y="187"/>
                    <a:pt x="5057" y="32"/>
                    <a:pt x="4871" y="32"/>
                  </a:cubicBezTo>
                  <a:lnTo>
                    <a:pt x="487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599" name="Google Shape;599;p43"/>
            <p:cNvSpPr/>
            <p:nvPr/>
          </p:nvSpPr>
          <p:spPr>
            <a:xfrm>
              <a:off x="7938475" y="4282050"/>
              <a:ext cx="64825" cy="10175"/>
            </a:xfrm>
            <a:custGeom>
              <a:rect b="b" l="l" r="r" t="t"/>
              <a:pathLst>
                <a:path extrusionOk="0" h="407" w="2593">
                  <a:moveTo>
                    <a:pt x="190" y="1"/>
                  </a:moveTo>
                  <a:cubicBezTo>
                    <a:pt x="0" y="1"/>
                    <a:pt x="0" y="407"/>
                    <a:pt x="190" y="407"/>
                  </a:cubicBezTo>
                  <a:cubicBezTo>
                    <a:pt x="197" y="407"/>
                    <a:pt x="204" y="406"/>
                    <a:pt x="211" y="405"/>
                  </a:cubicBezTo>
                  <a:lnTo>
                    <a:pt x="2382" y="405"/>
                  </a:lnTo>
                  <a:cubicBezTo>
                    <a:pt x="2389" y="406"/>
                    <a:pt x="2396" y="407"/>
                    <a:pt x="2402" y="407"/>
                  </a:cubicBezTo>
                  <a:cubicBezTo>
                    <a:pt x="2592" y="407"/>
                    <a:pt x="2592" y="1"/>
                    <a:pt x="2402" y="1"/>
                  </a:cubicBezTo>
                  <a:cubicBezTo>
                    <a:pt x="2396" y="1"/>
                    <a:pt x="2389" y="1"/>
                    <a:pt x="2382" y="2"/>
                  </a:cubicBezTo>
                  <a:lnTo>
                    <a:pt x="211" y="2"/>
                  </a:lnTo>
                  <a:cubicBezTo>
                    <a:pt x="204" y="1"/>
                    <a:pt x="197" y="1"/>
                    <a:pt x="19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00" name="Google Shape;600;p43"/>
            <p:cNvSpPr/>
            <p:nvPr/>
          </p:nvSpPr>
          <p:spPr>
            <a:xfrm>
              <a:off x="7905725" y="4334725"/>
              <a:ext cx="130300" cy="62925"/>
            </a:xfrm>
            <a:custGeom>
              <a:rect b="b" l="l" r="r" t="t"/>
              <a:pathLst>
                <a:path extrusionOk="0" h="2517" w="5212">
                  <a:moveTo>
                    <a:pt x="4809" y="408"/>
                  </a:moveTo>
                  <a:lnTo>
                    <a:pt x="4809" y="1741"/>
                  </a:lnTo>
                  <a:lnTo>
                    <a:pt x="4188" y="1741"/>
                  </a:lnTo>
                  <a:cubicBezTo>
                    <a:pt x="4064" y="1741"/>
                    <a:pt x="3940" y="1803"/>
                    <a:pt x="3878" y="1897"/>
                  </a:cubicBezTo>
                  <a:lnTo>
                    <a:pt x="3785" y="2052"/>
                  </a:lnTo>
                  <a:lnTo>
                    <a:pt x="3692" y="1897"/>
                  </a:lnTo>
                  <a:cubicBezTo>
                    <a:pt x="3630" y="1803"/>
                    <a:pt x="3506" y="1741"/>
                    <a:pt x="3382" y="1741"/>
                  </a:cubicBezTo>
                  <a:lnTo>
                    <a:pt x="404" y="1741"/>
                  </a:lnTo>
                  <a:lnTo>
                    <a:pt x="404" y="408"/>
                  </a:lnTo>
                  <a:close/>
                  <a:moveTo>
                    <a:pt x="301" y="1"/>
                  </a:moveTo>
                  <a:cubicBezTo>
                    <a:pt x="134" y="1"/>
                    <a:pt x="1" y="173"/>
                    <a:pt x="1" y="346"/>
                  </a:cubicBezTo>
                  <a:lnTo>
                    <a:pt x="1" y="1803"/>
                  </a:lnTo>
                  <a:cubicBezTo>
                    <a:pt x="1" y="1990"/>
                    <a:pt x="156" y="2145"/>
                    <a:pt x="342" y="2145"/>
                  </a:cubicBezTo>
                  <a:lnTo>
                    <a:pt x="3382" y="2145"/>
                  </a:lnTo>
                  <a:lnTo>
                    <a:pt x="3506" y="2331"/>
                  </a:lnTo>
                  <a:cubicBezTo>
                    <a:pt x="3568" y="2455"/>
                    <a:pt x="3661" y="2517"/>
                    <a:pt x="3785" y="2517"/>
                  </a:cubicBezTo>
                  <a:cubicBezTo>
                    <a:pt x="3909" y="2517"/>
                    <a:pt x="4033" y="2455"/>
                    <a:pt x="4095" y="2331"/>
                  </a:cubicBezTo>
                  <a:lnTo>
                    <a:pt x="4219" y="2145"/>
                  </a:lnTo>
                  <a:lnTo>
                    <a:pt x="4871" y="2145"/>
                  </a:lnTo>
                  <a:cubicBezTo>
                    <a:pt x="5057" y="2145"/>
                    <a:pt x="5212" y="1990"/>
                    <a:pt x="5212" y="1803"/>
                  </a:cubicBezTo>
                  <a:lnTo>
                    <a:pt x="5212" y="346"/>
                  </a:lnTo>
                  <a:cubicBezTo>
                    <a:pt x="5212" y="173"/>
                    <a:pt x="5079" y="1"/>
                    <a:pt x="4912" y="1"/>
                  </a:cubicBezTo>
                  <a:cubicBezTo>
                    <a:pt x="4898" y="1"/>
                    <a:pt x="4885" y="2"/>
                    <a:pt x="4871" y="4"/>
                  </a:cubicBezTo>
                  <a:lnTo>
                    <a:pt x="342" y="4"/>
                  </a:lnTo>
                  <a:cubicBezTo>
                    <a:pt x="328" y="2"/>
                    <a:pt x="315" y="1"/>
                    <a:pt x="3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01" name="Google Shape;601;p43"/>
            <p:cNvSpPr/>
            <p:nvPr/>
          </p:nvSpPr>
          <p:spPr>
            <a:xfrm>
              <a:off x="7936750" y="4356525"/>
              <a:ext cx="67500" cy="10125"/>
            </a:xfrm>
            <a:custGeom>
              <a:rect b="b" l="l" r="r" t="t"/>
              <a:pathLst>
                <a:path extrusionOk="0" h="405" w="2700">
                  <a:moveTo>
                    <a:pt x="280" y="1"/>
                  </a:moveTo>
                  <a:cubicBezTo>
                    <a:pt x="1" y="1"/>
                    <a:pt x="1" y="404"/>
                    <a:pt x="280" y="404"/>
                  </a:cubicBezTo>
                  <a:lnTo>
                    <a:pt x="2451" y="404"/>
                  </a:lnTo>
                  <a:cubicBezTo>
                    <a:pt x="2699" y="404"/>
                    <a:pt x="2699" y="1"/>
                    <a:pt x="245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02" name="Google Shape;602;p43"/>
            <p:cNvSpPr/>
            <p:nvPr/>
          </p:nvSpPr>
          <p:spPr>
            <a:xfrm>
              <a:off x="7904950" y="4408500"/>
              <a:ext cx="131075" cy="62825"/>
            </a:xfrm>
            <a:custGeom>
              <a:rect b="b" l="l" r="r" t="t"/>
              <a:pathLst>
                <a:path extrusionOk="0" h="2513" w="5243">
                  <a:moveTo>
                    <a:pt x="373" y="0"/>
                  </a:moveTo>
                  <a:cubicBezTo>
                    <a:pt x="187" y="0"/>
                    <a:pt x="32" y="155"/>
                    <a:pt x="32" y="341"/>
                  </a:cubicBezTo>
                  <a:lnTo>
                    <a:pt x="32" y="1799"/>
                  </a:lnTo>
                  <a:cubicBezTo>
                    <a:pt x="1" y="1985"/>
                    <a:pt x="187" y="2140"/>
                    <a:pt x="373" y="2140"/>
                  </a:cubicBezTo>
                  <a:lnTo>
                    <a:pt x="3382" y="2140"/>
                  </a:lnTo>
                  <a:lnTo>
                    <a:pt x="3506" y="2327"/>
                  </a:lnTo>
                  <a:cubicBezTo>
                    <a:pt x="3568" y="2451"/>
                    <a:pt x="3692" y="2513"/>
                    <a:pt x="3816" y="2513"/>
                  </a:cubicBezTo>
                  <a:cubicBezTo>
                    <a:pt x="3940" y="2513"/>
                    <a:pt x="4064" y="2451"/>
                    <a:pt x="4126" y="2327"/>
                  </a:cubicBezTo>
                  <a:lnTo>
                    <a:pt x="4250" y="2140"/>
                  </a:lnTo>
                  <a:lnTo>
                    <a:pt x="4902" y="2140"/>
                  </a:lnTo>
                  <a:cubicBezTo>
                    <a:pt x="5088" y="2140"/>
                    <a:pt x="5243" y="1985"/>
                    <a:pt x="5243" y="1799"/>
                  </a:cubicBezTo>
                  <a:lnTo>
                    <a:pt x="5243" y="341"/>
                  </a:lnTo>
                  <a:cubicBezTo>
                    <a:pt x="5243" y="155"/>
                    <a:pt x="5088" y="0"/>
                    <a:pt x="4902" y="0"/>
                  </a:cubicBezTo>
                  <a:lnTo>
                    <a:pt x="3072" y="0"/>
                  </a:lnTo>
                  <a:cubicBezTo>
                    <a:pt x="2948" y="0"/>
                    <a:pt x="2855" y="62"/>
                    <a:pt x="2855" y="186"/>
                  </a:cubicBezTo>
                  <a:cubicBezTo>
                    <a:pt x="2855" y="310"/>
                    <a:pt x="2948" y="403"/>
                    <a:pt x="3072" y="403"/>
                  </a:cubicBezTo>
                  <a:lnTo>
                    <a:pt x="4840" y="403"/>
                  </a:lnTo>
                  <a:lnTo>
                    <a:pt x="4840" y="1737"/>
                  </a:lnTo>
                  <a:lnTo>
                    <a:pt x="4219" y="1737"/>
                  </a:lnTo>
                  <a:cubicBezTo>
                    <a:pt x="4095" y="1737"/>
                    <a:pt x="3971" y="1799"/>
                    <a:pt x="3909" y="1892"/>
                  </a:cubicBezTo>
                  <a:lnTo>
                    <a:pt x="3816" y="2047"/>
                  </a:lnTo>
                  <a:lnTo>
                    <a:pt x="3723" y="1892"/>
                  </a:lnTo>
                  <a:cubicBezTo>
                    <a:pt x="3661" y="1799"/>
                    <a:pt x="3537" y="1737"/>
                    <a:pt x="3413" y="1737"/>
                  </a:cubicBezTo>
                  <a:lnTo>
                    <a:pt x="435" y="1737"/>
                  </a:lnTo>
                  <a:lnTo>
                    <a:pt x="435" y="403"/>
                  </a:lnTo>
                  <a:lnTo>
                    <a:pt x="2234" y="403"/>
                  </a:lnTo>
                  <a:cubicBezTo>
                    <a:pt x="2358" y="403"/>
                    <a:pt x="2451" y="310"/>
                    <a:pt x="2451" y="186"/>
                  </a:cubicBezTo>
                  <a:cubicBezTo>
                    <a:pt x="2451" y="93"/>
                    <a:pt x="2358" y="0"/>
                    <a:pt x="22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03" name="Google Shape;603;p43"/>
            <p:cNvSpPr/>
            <p:nvPr/>
          </p:nvSpPr>
          <p:spPr>
            <a:xfrm>
              <a:off x="7938300" y="4429425"/>
              <a:ext cx="64400" cy="10100"/>
            </a:xfrm>
            <a:custGeom>
              <a:rect b="b" l="l" r="r" t="t"/>
              <a:pathLst>
                <a:path extrusionOk="0" h="404" w="2576">
                  <a:moveTo>
                    <a:pt x="218" y="1"/>
                  </a:moveTo>
                  <a:cubicBezTo>
                    <a:pt x="94" y="1"/>
                    <a:pt x="1" y="94"/>
                    <a:pt x="1" y="218"/>
                  </a:cubicBezTo>
                  <a:cubicBezTo>
                    <a:pt x="1" y="311"/>
                    <a:pt x="94" y="404"/>
                    <a:pt x="218" y="404"/>
                  </a:cubicBezTo>
                  <a:lnTo>
                    <a:pt x="2389" y="404"/>
                  </a:lnTo>
                  <a:cubicBezTo>
                    <a:pt x="2482" y="404"/>
                    <a:pt x="2575" y="311"/>
                    <a:pt x="2575" y="218"/>
                  </a:cubicBezTo>
                  <a:cubicBezTo>
                    <a:pt x="2575" y="94"/>
                    <a:pt x="2482" y="1"/>
                    <a:pt x="23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grpSp>
      <p:grpSp>
        <p:nvGrpSpPr>
          <p:cNvPr id="604" name="Google Shape;604;p43"/>
          <p:cNvGrpSpPr/>
          <p:nvPr/>
        </p:nvGrpSpPr>
        <p:grpSpPr>
          <a:xfrm>
            <a:off x="4392242" y="1428164"/>
            <a:ext cx="384049" cy="384049"/>
            <a:chOff x="870939" y="2439293"/>
            <a:chExt cx="331993" cy="331993"/>
          </a:xfrm>
        </p:grpSpPr>
        <p:sp>
          <p:nvSpPr>
            <p:cNvPr id="605" name="Google Shape;605;p43"/>
            <p:cNvSpPr/>
            <p:nvPr/>
          </p:nvSpPr>
          <p:spPr>
            <a:xfrm>
              <a:off x="870939" y="2439293"/>
              <a:ext cx="331993" cy="331993"/>
            </a:xfrm>
            <a:custGeom>
              <a:rect b="b" l="l" r="r" t="t"/>
              <a:pathLst>
                <a:path extrusionOk="0" h="10431" w="10431">
                  <a:moveTo>
                    <a:pt x="9490" y="298"/>
                  </a:moveTo>
                  <a:cubicBezTo>
                    <a:pt x="9835" y="298"/>
                    <a:pt x="10121" y="584"/>
                    <a:pt x="10121" y="917"/>
                  </a:cubicBezTo>
                  <a:lnTo>
                    <a:pt x="10121" y="9513"/>
                  </a:lnTo>
                  <a:cubicBezTo>
                    <a:pt x="10121" y="9847"/>
                    <a:pt x="9835" y="10132"/>
                    <a:pt x="9490" y="10132"/>
                  </a:cubicBezTo>
                  <a:lnTo>
                    <a:pt x="7037" y="10132"/>
                  </a:lnTo>
                  <a:lnTo>
                    <a:pt x="7037" y="9156"/>
                  </a:lnTo>
                  <a:cubicBezTo>
                    <a:pt x="7037" y="9055"/>
                    <a:pt x="6960" y="9004"/>
                    <a:pt x="6883" y="9004"/>
                  </a:cubicBezTo>
                  <a:cubicBezTo>
                    <a:pt x="6805" y="9004"/>
                    <a:pt x="6728" y="9055"/>
                    <a:pt x="6728" y="9156"/>
                  </a:cubicBezTo>
                  <a:lnTo>
                    <a:pt x="6728" y="10132"/>
                  </a:lnTo>
                  <a:lnTo>
                    <a:pt x="3644" y="10132"/>
                  </a:lnTo>
                  <a:lnTo>
                    <a:pt x="3644" y="298"/>
                  </a:lnTo>
                  <a:lnTo>
                    <a:pt x="6728" y="298"/>
                  </a:lnTo>
                  <a:lnTo>
                    <a:pt x="6728" y="8347"/>
                  </a:lnTo>
                  <a:cubicBezTo>
                    <a:pt x="6728" y="8442"/>
                    <a:pt x="6805" y="8489"/>
                    <a:pt x="6883" y="8489"/>
                  </a:cubicBezTo>
                  <a:cubicBezTo>
                    <a:pt x="6960" y="8489"/>
                    <a:pt x="7037" y="8442"/>
                    <a:pt x="7037" y="8347"/>
                  </a:cubicBezTo>
                  <a:lnTo>
                    <a:pt x="7037" y="298"/>
                  </a:lnTo>
                  <a:close/>
                  <a:moveTo>
                    <a:pt x="918" y="0"/>
                  </a:moveTo>
                  <a:cubicBezTo>
                    <a:pt x="417" y="0"/>
                    <a:pt x="1" y="417"/>
                    <a:pt x="1" y="917"/>
                  </a:cubicBezTo>
                  <a:lnTo>
                    <a:pt x="1" y="2096"/>
                  </a:lnTo>
                  <a:cubicBezTo>
                    <a:pt x="1" y="2191"/>
                    <a:pt x="78" y="2239"/>
                    <a:pt x="156" y="2239"/>
                  </a:cubicBezTo>
                  <a:cubicBezTo>
                    <a:pt x="233" y="2239"/>
                    <a:pt x="310" y="2191"/>
                    <a:pt x="310" y="2096"/>
                  </a:cubicBezTo>
                  <a:lnTo>
                    <a:pt x="310" y="917"/>
                  </a:lnTo>
                  <a:cubicBezTo>
                    <a:pt x="310" y="584"/>
                    <a:pt x="596" y="298"/>
                    <a:pt x="941" y="298"/>
                  </a:cubicBezTo>
                  <a:lnTo>
                    <a:pt x="3394" y="298"/>
                  </a:lnTo>
                  <a:lnTo>
                    <a:pt x="3394" y="10132"/>
                  </a:lnTo>
                  <a:lnTo>
                    <a:pt x="941" y="10132"/>
                  </a:lnTo>
                  <a:cubicBezTo>
                    <a:pt x="596" y="10132"/>
                    <a:pt x="310" y="9847"/>
                    <a:pt x="310" y="9513"/>
                  </a:cubicBezTo>
                  <a:lnTo>
                    <a:pt x="310" y="2965"/>
                  </a:lnTo>
                  <a:cubicBezTo>
                    <a:pt x="310" y="2864"/>
                    <a:pt x="233" y="2813"/>
                    <a:pt x="156" y="2813"/>
                  </a:cubicBezTo>
                  <a:cubicBezTo>
                    <a:pt x="78" y="2813"/>
                    <a:pt x="1" y="2864"/>
                    <a:pt x="1" y="2965"/>
                  </a:cubicBezTo>
                  <a:lnTo>
                    <a:pt x="1" y="9513"/>
                  </a:lnTo>
                  <a:cubicBezTo>
                    <a:pt x="1" y="10013"/>
                    <a:pt x="417" y="10430"/>
                    <a:pt x="918" y="10430"/>
                  </a:cubicBezTo>
                  <a:lnTo>
                    <a:pt x="9514" y="10430"/>
                  </a:lnTo>
                  <a:cubicBezTo>
                    <a:pt x="10014" y="10430"/>
                    <a:pt x="10431" y="10013"/>
                    <a:pt x="10431" y="9513"/>
                  </a:cubicBezTo>
                  <a:lnTo>
                    <a:pt x="10431" y="917"/>
                  </a:lnTo>
                  <a:cubicBezTo>
                    <a:pt x="10431" y="417"/>
                    <a:pt x="10014" y="0"/>
                    <a:pt x="951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43"/>
            <p:cNvSpPr/>
            <p:nvPr/>
          </p:nvSpPr>
          <p:spPr>
            <a:xfrm>
              <a:off x="908463" y="2696969"/>
              <a:ext cx="41726" cy="41726"/>
            </a:xfrm>
            <a:custGeom>
              <a:rect b="b" l="l" r="r" t="t"/>
              <a:pathLst>
                <a:path extrusionOk="0" h="1311" w="1311">
                  <a:moveTo>
                    <a:pt x="673" y="309"/>
                  </a:moveTo>
                  <a:cubicBezTo>
                    <a:pt x="844" y="309"/>
                    <a:pt x="989" y="471"/>
                    <a:pt x="989" y="655"/>
                  </a:cubicBezTo>
                  <a:cubicBezTo>
                    <a:pt x="989" y="846"/>
                    <a:pt x="846" y="1001"/>
                    <a:pt x="655" y="1001"/>
                  </a:cubicBezTo>
                  <a:cubicBezTo>
                    <a:pt x="453" y="1001"/>
                    <a:pt x="310" y="846"/>
                    <a:pt x="310" y="655"/>
                  </a:cubicBezTo>
                  <a:cubicBezTo>
                    <a:pt x="310" y="465"/>
                    <a:pt x="453" y="310"/>
                    <a:pt x="655" y="310"/>
                  </a:cubicBezTo>
                  <a:cubicBezTo>
                    <a:pt x="661" y="310"/>
                    <a:pt x="667" y="309"/>
                    <a:pt x="673" y="309"/>
                  </a:cubicBezTo>
                  <a:close/>
                  <a:moveTo>
                    <a:pt x="655" y="0"/>
                  </a:moveTo>
                  <a:cubicBezTo>
                    <a:pt x="274" y="0"/>
                    <a:pt x="0" y="286"/>
                    <a:pt x="0" y="655"/>
                  </a:cubicBezTo>
                  <a:cubicBezTo>
                    <a:pt x="0" y="1012"/>
                    <a:pt x="298" y="1310"/>
                    <a:pt x="655" y="1310"/>
                  </a:cubicBezTo>
                  <a:cubicBezTo>
                    <a:pt x="1012" y="1310"/>
                    <a:pt x="1310" y="1012"/>
                    <a:pt x="1310" y="655"/>
                  </a:cubicBezTo>
                  <a:cubicBezTo>
                    <a:pt x="1310" y="298"/>
                    <a:pt x="1012" y="0"/>
                    <a:pt x="65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43"/>
            <p:cNvSpPr/>
            <p:nvPr/>
          </p:nvSpPr>
          <p:spPr>
            <a:xfrm>
              <a:off x="1015690" y="2696969"/>
              <a:ext cx="41726" cy="41726"/>
            </a:xfrm>
            <a:custGeom>
              <a:rect b="b" l="l" r="r" t="t"/>
              <a:pathLst>
                <a:path extrusionOk="0" h="1311" w="1311">
                  <a:moveTo>
                    <a:pt x="656" y="310"/>
                  </a:moveTo>
                  <a:cubicBezTo>
                    <a:pt x="858" y="310"/>
                    <a:pt x="1001" y="465"/>
                    <a:pt x="1001" y="655"/>
                  </a:cubicBezTo>
                  <a:cubicBezTo>
                    <a:pt x="1001" y="846"/>
                    <a:pt x="858" y="1001"/>
                    <a:pt x="656" y="1001"/>
                  </a:cubicBezTo>
                  <a:cubicBezTo>
                    <a:pt x="465" y="1001"/>
                    <a:pt x="322" y="846"/>
                    <a:pt x="322" y="655"/>
                  </a:cubicBezTo>
                  <a:cubicBezTo>
                    <a:pt x="322" y="465"/>
                    <a:pt x="465" y="310"/>
                    <a:pt x="656" y="310"/>
                  </a:cubicBezTo>
                  <a:close/>
                  <a:moveTo>
                    <a:pt x="656" y="0"/>
                  </a:moveTo>
                  <a:cubicBezTo>
                    <a:pt x="299" y="0"/>
                    <a:pt x="1" y="298"/>
                    <a:pt x="1" y="655"/>
                  </a:cubicBezTo>
                  <a:cubicBezTo>
                    <a:pt x="1" y="1012"/>
                    <a:pt x="299" y="1310"/>
                    <a:pt x="656" y="1310"/>
                  </a:cubicBezTo>
                  <a:cubicBezTo>
                    <a:pt x="1013" y="1310"/>
                    <a:pt x="1311" y="1012"/>
                    <a:pt x="1311" y="655"/>
                  </a:cubicBezTo>
                  <a:cubicBezTo>
                    <a:pt x="1311" y="298"/>
                    <a:pt x="1013" y="0"/>
                    <a:pt x="65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3"/>
            <p:cNvSpPr/>
            <p:nvPr/>
          </p:nvSpPr>
          <p:spPr>
            <a:xfrm>
              <a:off x="1122567" y="2696969"/>
              <a:ext cx="41726" cy="41726"/>
            </a:xfrm>
            <a:custGeom>
              <a:rect b="b" l="l" r="r" t="t"/>
              <a:pathLst>
                <a:path extrusionOk="0" h="1311" w="1311">
                  <a:moveTo>
                    <a:pt x="655" y="310"/>
                  </a:moveTo>
                  <a:cubicBezTo>
                    <a:pt x="846" y="310"/>
                    <a:pt x="989" y="465"/>
                    <a:pt x="989" y="655"/>
                  </a:cubicBezTo>
                  <a:cubicBezTo>
                    <a:pt x="989" y="846"/>
                    <a:pt x="846" y="1001"/>
                    <a:pt x="655" y="1001"/>
                  </a:cubicBezTo>
                  <a:cubicBezTo>
                    <a:pt x="453" y="1001"/>
                    <a:pt x="310" y="846"/>
                    <a:pt x="310" y="655"/>
                  </a:cubicBezTo>
                  <a:cubicBezTo>
                    <a:pt x="310" y="465"/>
                    <a:pt x="453" y="310"/>
                    <a:pt x="655" y="310"/>
                  </a:cubicBezTo>
                  <a:close/>
                  <a:moveTo>
                    <a:pt x="655" y="0"/>
                  </a:moveTo>
                  <a:cubicBezTo>
                    <a:pt x="298" y="0"/>
                    <a:pt x="0" y="298"/>
                    <a:pt x="0" y="655"/>
                  </a:cubicBezTo>
                  <a:cubicBezTo>
                    <a:pt x="0" y="1012"/>
                    <a:pt x="298" y="1310"/>
                    <a:pt x="655" y="1310"/>
                  </a:cubicBezTo>
                  <a:cubicBezTo>
                    <a:pt x="1013" y="1310"/>
                    <a:pt x="1310" y="1012"/>
                    <a:pt x="1310" y="655"/>
                  </a:cubicBezTo>
                  <a:cubicBezTo>
                    <a:pt x="1310" y="298"/>
                    <a:pt x="1013" y="0"/>
                    <a:pt x="65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43"/>
            <p:cNvSpPr/>
            <p:nvPr/>
          </p:nvSpPr>
          <p:spPr>
            <a:xfrm>
              <a:off x="913015" y="2504094"/>
              <a:ext cx="31859" cy="9867"/>
            </a:xfrm>
            <a:custGeom>
              <a:rect b="b" l="l" r="r" t="t"/>
              <a:pathLst>
                <a:path extrusionOk="0" h="310" w="1001">
                  <a:moveTo>
                    <a:pt x="191" y="0"/>
                  </a:moveTo>
                  <a:cubicBezTo>
                    <a:pt x="0" y="12"/>
                    <a:pt x="0" y="310"/>
                    <a:pt x="191" y="310"/>
                  </a:cubicBezTo>
                  <a:lnTo>
                    <a:pt x="810" y="310"/>
                  </a:lnTo>
                  <a:cubicBezTo>
                    <a:pt x="1000" y="310"/>
                    <a:pt x="1000" y="0"/>
                    <a:pt x="81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43"/>
            <p:cNvSpPr/>
            <p:nvPr/>
          </p:nvSpPr>
          <p:spPr>
            <a:xfrm>
              <a:off x="913015" y="2532898"/>
              <a:ext cx="31859" cy="10248"/>
            </a:xfrm>
            <a:custGeom>
              <a:rect b="b" l="l" r="r" t="t"/>
              <a:pathLst>
                <a:path extrusionOk="0" h="322" w="1001">
                  <a:moveTo>
                    <a:pt x="191" y="0"/>
                  </a:moveTo>
                  <a:cubicBezTo>
                    <a:pt x="0" y="24"/>
                    <a:pt x="0" y="322"/>
                    <a:pt x="191" y="322"/>
                  </a:cubicBezTo>
                  <a:lnTo>
                    <a:pt x="810" y="322"/>
                  </a:lnTo>
                  <a:cubicBezTo>
                    <a:pt x="1000" y="322"/>
                    <a:pt x="1000" y="0"/>
                    <a:pt x="81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43"/>
            <p:cNvSpPr/>
            <p:nvPr/>
          </p:nvSpPr>
          <p:spPr>
            <a:xfrm>
              <a:off x="913015" y="2562052"/>
              <a:ext cx="31859" cy="9898"/>
            </a:xfrm>
            <a:custGeom>
              <a:rect b="b" l="l" r="r" t="t"/>
              <a:pathLst>
                <a:path extrusionOk="0" h="311" w="1001">
                  <a:moveTo>
                    <a:pt x="191" y="1"/>
                  </a:moveTo>
                  <a:cubicBezTo>
                    <a:pt x="0" y="13"/>
                    <a:pt x="0" y="310"/>
                    <a:pt x="191" y="310"/>
                  </a:cubicBezTo>
                  <a:lnTo>
                    <a:pt x="810" y="310"/>
                  </a:lnTo>
                  <a:cubicBezTo>
                    <a:pt x="1000" y="310"/>
                    <a:pt x="1000" y="1"/>
                    <a:pt x="8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43"/>
            <p:cNvSpPr/>
            <p:nvPr/>
          </p:nvSpPr>
          <p:spPr>
            <a:xfrm>
              <a:off x="894428" y="2474908"/>
              <a:ext cx="69384" cy="167508"/>
            </a:xfrm>
            <a:custGeom>
              <a:rect b="b" l="l" r="r" t="t"/>
              <a:pathLst>
                <a:path extrusionOk="0" h="5263" w="2180">
                  <a:moveTo>
                    <a:pt x="1870" y="298"/>
                  </a:moveTo>
                  <a:lnTo>
                    <a:pt x="1870" y="3703"/>
                  </a:lnTo>
                  <a:lnTo>
                    <a:pt x="287" y="3703"/>
                  </a:lnTo>
                  <a:lnTo>
                    <a:pt x="287" y="298"/>
                  </a:lnTo>
                  <a:close/>
                  <a:moveTo>
                    <a:pt x="1882" y="4001"/>
                  </a:moveTo>
                  <a:lnTo>
                    <a:pt x="1882" y="4953"/>
                  </a:lnTo>
                  <a:lnTo>
                    <a:pt x="299" y="4953"/>
                  </a:lnTo>
                  <a:lnTo>
                    <a:pt x="299" y="4001"/>
                  </a:lnTo>
                  <a:close/>
                  <a:moveTo>
                    <a:pt x="156" y="0"/>
                  </a:moveTo>
                  <a:cubicBezTo>
                    <a:pt x="60" y="0"/>
                    <a:pt x="1" y="72"/>
                    <a:pt x="1" y="143"/>
                  </a:cubicBezTo>
                  <a:lnTo>
                    <a:pt x="1" y="5120"/>
                  </a:lnTo>
                  <a:cubicBezTo>
                    <a:pt x="1" y="5203"/>
                    <a:pt x="84" y="5263"/>
                    <a:pt x="156" y="5263"/>
                  </a:cubicBezTo>
                  <a:lnTo>
                    <a:pt x="2025" y="5263"/>
                  </a:lnTo>
                  <a:cubicBezTo>
                    <a:pt x="2108" y="5263"/>
                    <a:pt x="2180" y="5192"/>
                    <a:pt x="2180" y="5120"/>
                  </a:cubicBezTo>
                  <a:lnTo>
                    <a:pt x="2180" y="143"/>
                  </a:lnTo>
                  <a:cubicBezTo>
                    <a:pt x="2180" y="60"/>
                    <a:pt x="2108" y="0"/>
                    <a:pt x="202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43"/>
            <p:cNvSpPr/>
            <p:nvPr/>
          </p:nvSpPr>
          <p:spPr>
            <a:xfrm>
              <a:off x="1002068" y="2474145"/>
              <a:ext cx="69384" cy="168272"/>
            </a:xfrm>
            <a:custGeom>
              <a:rect b="b" l="l" r="r" t="t"/>
              <a:pathLst>
                <a:path extrusionOk="0" h="5287" w="2180">
                  <a:moveTo>
                    <a:pt x="1881" y="322"/>
                  </a:moveTo>
                  <a:lnTo>
                    <a:pt x="1881" y="3727"/>
                  </a:lnTo>
                  <a:lnTo>
                    <a:pt x="298" y="3727"/>
                  </a:lnTo>
                  <a:lnTo>
                    <a:pt x="298" y="322"/>
                  </a:lnTo>
                  <a:close/>
                  <a:moveTo>
                    <a:pt x="1881" y="4025"/>
                  </a:moveTo>
                  <a:lnTo>
                    <a:pt x="1881" y="4977"/>
                  </a:lnTo>
                  <a:lnTo>
                    <a:pt x="298" y="4977"/>
                  </a:lnTo>
                  <a:lnTo>
                    <a:pt x="298" y="4025"/>
                  </a:lnTo>
                  <a:close/>
                  <a:moveTo>
                    <a:pt x="155" y="1"/>
                  </a:moveTo>
                  <a:cubicBezTo>
                    <a:pt x="60" y="1"/>
                    <a:pt x="0" y="84"/>
                    <a:pt x="0" y="155"/>
                  </a:cubicBezTo>
                  <a:lnTo>
                    <a:pt x="0" y="5144"/>
                  </a:lnTo>
                  <a:cubicBezTo>
                    <a:pt x="0" y="5227"/>
                    <a:pt x="72" y="5287"/>
                    <a:pt x="155" y="5287"/>
                  </a:cubicBezTo>
                  <a:lnTo>
                    <a:pt x="2024" y="5287"/>
                  </a:lnTo>
                  <a:cubicBezTo>
                    <a:pt x="2120" y="5287"/>
                    <a:pt x="2179" y="5216"/>
                    <a:pt x="2179" y="5144"/>
                  </a:cubicBezTo>
                  <a:lnTo>
                    <a:pt x="2179" y="167"/>
                  </a:lnTo>
                  <a:cubicBezTo>
                    <a:pt x="2179" y="84"/>
                    <a:pt x="2120" y="1"/>
                    <a:pt x="202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43"/>
            <p:cNvSpPr/>
            <p:nvPr/>
          </p:nvSpPr>
          <p:spPr>
            <a:xfrm>
              <a:off x="1108531" y="2474145"/>
              <a:ext cx="69384" cy="168272"/>
            </a:xfrm>
            <a:custGeom>
              <a:rect b="b" l="l" r="r" t="t"/>
              <a:pathLst>
                <a:path extrusionOk="0" h="5287" w="2180">
                  <a:moveTo>
                    <a:pt x="1882" y="322"/>
                  </a:moveTo>
                  <a:lnTo>
                    <a:pt x="1882" y="3727"/>
                  </a:lnTo>
                  <a:lnTo>
                    <a:pt x="299" y="3727"/>
                  </a:lnTo>
                  <a:lnTo>
                    <a:pt x="299" y="322"/>
                  </a:lnTo>
                  <a:close/>
                  <a:moveTo>
                    <a:pt x="1882" y="4025"/>
                  </a:moveTo>
                  <a:lnTo>
                    <a:pt x="1882" y="4977"/>
                  </a:lnTo>
                  <a:lnTo>
                    <a:pt x="299" y="4977"/>
                  </a:lnTo>
                  <a:lnTo>
                    <a:pt x="299" y="4025"/>
                  </a:lnTo>
                  <a:close/>
                  <a:moveTo>
                    <a:pt x="156" y="1"/>
                  </a:moveTo>
                  <a:cubicBezTo>
                    <a:pt x="60" y="1"/>
                    <a:pt x="1" y="84"/>
                    <a:pt x="1" y="155"/>
                  </a:cubicBezTo>
                  <a:lnTo>
                    <a:pt x="1" y="5144"/>
                  </a:lnTo>
                  <a:cubicBezTo>
                    <a:pt x="1" y="5227"/>
                    <a:pt x="84" y="5287"/>
                    <a:pt x="156" y="5287"/>
                  </a:cubicBezTo>
                  <a:lnTo>
                    <a:pt x="2025" y="5287"/>
                  </a:lnTo>
                  <a:cubicBezTo>
                    <a:pt x="2120" y="5287"/>
                    <a:pt x="2180" y="5216"/>
                    <a:pt x="2180" y="5144"/>
                  </a:cubicBezTo>
                  <a:lnTo>
                    <a:pt x="2180" y="167"/>
                  </a:lnTo>
                  <a:cubicBezTo>
                    <a:pt x="2180" y="84"/>
                    <a:pt x="2120" y="1"/>
                    <a:pt x="202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43"/>
            <p:cNvSpPr/>
            <p:nvPr/>
          </p:nvSpPr>
          <p:spPr>
            <a:xfrm>
              <a:off x="1127118" y="2504094"/>
              <a:ext cx="31859" cy="9867"/>
            </a:xfrm>
            <a:custGeom>
              <a:rect b="b" l="l" r="r" t="t"/>
              <a:pathLst>
                <a:path extrusionOk="0" h="310" w="1001">
                  <a:moveTo>
                    <a:pt x="191" y="0"/>
                  </a:moveTo>
                  <a:cubicBezTo>
                    <a:pt x="0" y="12"/>
                    <a:pt x="0" y="310"/>
                    <a:pt x="191" y="310"/>
                  </a:cubicBezTo>
                  <a:lnTo>
                    <a:pt x="810" y="310"/>
                  </a:lnTo>
                  <a:cubicBezTo>
                    <a:pt x="1000" y="310"/>
                    <a:pt x="1000" y="0"/>
                    <a:pt x="81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43"/>
            <p:cNvSpPr/>
            <p:nvPr/>
          </p:nvSpPr>
          <p:spPr>
            <a:xfrm>
              <a:off x="1127118" y="2532898"/>
              <a:ext cx="31859" cy="10248"/>
            </a:xfrm>
            <a:custGeom>
              <a:rect b="b" l="l" r="r" t="t"/>
              <a:pathLst>
                <a:path extrusionOk="0" h="322" w="1001">
                  <a:moveTo>
                    <a:pt x="191" y="0"/>
                  </a:moveTo>
                  <a:cubicBezTo>
                    <a:pt x="0" y="24"/>
                    <a:pt x="0" y="322"/>
                    <a:pt x="191" y="322"/>
                  </a:cubicBezTo>
                  <a:lnTo>
                    <a:pt x="810" y="322"/>
                  </a:lnTo>
                  <a:cubicBezTo>
                    <a:pt x="1000" y="322"/>
                    <a:pt x="1000" y="0"/>
                    <a:pt x="81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43"/>
            <p:cNvSpPr/>
            <p:nvPr/>
          </p:nvSpPr>
          <p:spPr>
            <a:xfrm>
              <a:off x="1127118" y="2562052"/>
              <a:ext cx="31859" cy="9898"/>
            </a:xfrm>
            <a:custGeom>
              <a:rect b="b" l="l" r="r" t="t"/>
              <a:pathLst>
                <a:path extrusionOk="0" h="311" w="1001">
                  <a:moveTo>
                    <a:pt x="191" y="1"/>
                  </a:moveTo>
                  <a:cubicBezTo>
                    <a:pt x="0" y="13"/>
                    <a:pt x="0" y="310"/>
                    <a:pt x="191" y="310"/>
                  </a:cubicBezTo>
                  <a:lnTo>
                    <a:pt x="810" y="310"/>
                  </a:lnTo>
                  <a:cubicBezTo>
                    <a:pt x="1000" y="310"/>
                    <a:pt x="1000" y="1"/>
                    <a:pt x="81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43"/>
            <p:cNvSpPr/>
            <p:nvPr/>
          </p:nvSpPr>
          <p:spPr>
            <a:xfrm>
              <a:off x="1020624" y="2504094"/>
              <a:ext cx="32241" cy="9867"/>
            </a:xfrm>
            <a:custGeom>
              <a:rect b="b" l="l" r="r" t="t"/>
              <a:pathLst>
                <a:path extrusionOk="0" h="310" w="1013">
                  <a:moveTo>
                    <a:pt x="203" y="0"/>
                  </a:moveTo>
                  <a:cubicBezTo>
                    <a:pt x="1" y="12"/>
                    <a:pt x="1" y="310"/>
                    <a:pt x="203" y="310"/>
                  </a:cubicBezTo>
                  <a:lnTo>
                    <a:pt x="822" y="310"/>
                  </a:lnTo>
                  <a:cubicBezTo>
                    <a:pt x="1013" y="310"/>
                    <a:pt x="1013" y="0"/>
                    <a:pt x="8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43"/>
            <p:cNvSpPr/>
            <p:nvPr/>
          </p:nvSpPr>
          <p:spPr>
            <a:xfrm>
              <a:off x="1020624" y="2532898"/>
              <a:ext cx="32241" cy="10248"/>
            </a:xfrm>
            <a:custGeom>
              <a:rect b="b" l="l" r="r" t="t"/>
              <a:pathLst>
                <a:path extrusionOk="0" h="322" w="1013">
                  <a:moveTo>
                    <a:pt x="203" y="0"/>
                  </a:moveTo>
                  <a:cubicBezTo>
                    <a:pt x="1" y="24"/>
                    <a:pt x="1" y="322"/>
                    <a:pt x="203" y="322"/>
                  </a:cubicBezTo>
                  <a:lnTo>
                    <a:pt x="822" y="322"/>
                  </a:lnTo>
                  <a:cubicBezTo>
                    <a:pt x="1013" y="322"/>
                    <a:pt x="1013" y="0"/>
                    <a:pt x="82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43"/>
            <p:cNvSpPr/>
            <p:nvPr/>
          </p:nvSpPr>
          <p:spPr>
            <a:xfrm>
              <a:off x="1020624" y="2562052"/>
              <a:ext cx="32241" cy="9898"/>
            </a:xfrm>
            <a:custGeom>
              <a:rect b="b" l="l" r="r" t="t"/>
              <a:pathLst>
                <a:path extrusionOk="0" h="311" w="1013">
                  <a:moveTo>
                    <a:pt x="203" y="1"/>
                  </a:moveTo>
                  <a:cubicBezTo>
                    <a:pt x="1" y="13"/>
                    <a:pt x="1" y="310"/>
                    <a:pt x="203" y="310"/>
                  </a:cubicBezTo>
                  <a:lnTo>
                    <a:pt x="822" y="310"/>
                  </a:lnTo>
                  <a:cubicBezTo>
                    <a:pt x="1013" y="310"/>
                    <a:pt x="1013" y="1"/>
                    <a:pt x="82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1" name="Google Shape;621;p43"/>
          <p:cNvGrpSpPr/>
          <p:nvPr/>
        </p:nvGrpSpPr>
        <p:grpSpPr>
          <a:xfrm>
            <a:off x="7598712" y="1445711"/>
            <a:ext cx="292375" cy="348975"/>
            <a:chOff x="1709625" y="1923875"/>
            <a:chExt cx="292375" cy="348975"/>
          </a:xfrm>
        </p:grpSpPr>
        <p:sp>
          <p:nvSpPr>
            <p:cNvPr id="622" name="Google Shape;622;p43"/>
            <p:cNvSpPr/>
            <p:nvPr/>
          </p:nvSpPr>
          <p:spPr>
            <a:xfrm>
              <a:off x="1709625" y="1923875"/>
              <a:ext cx="292375" cy="348975"/>
            </a:xfrm>
            <a:custGeom>
              <a:rect b="b" l="l" r="r" t="t"/>
              <a:pathLst>
                <a:path extrusionOk="0" h="13959" w="11695">
                  <a:moveTo>
                    <a:pt x="8065" y="403"/>
                  </a:moveTo>
                  <a:cubicBezTo>
                    <a:pt x="8127" y="403"/>
                    <a:pt x="8189" y="465"/>
                    <a:pt x="8189" y="558"/>
                  </a:cubicBezTo>
                  <a:lnTo>
                    <a:pt x="8189" y="1396"/>
                  </a:lnTo>
                  <a:lnTo>
                    <a:pt x="2017" y="1396"/>
                  </a:lnTo>
                  <a:cubicBezTo>
                    <a:pt x="1706" y="1396"/>
                    <a:pt x="1458" y="1644"/>
                    <a:pt x="1458" y="1954"/>
                  </a:cubicBezTo>
                  <a:lnTo>
                    <a:pt x="1458" y="2978"/>
                  </a:lnTo>
                  <a:cubicBezTo>
                    <a:pt x="1458" y="3117"/>
                    <a:pt x="1559" y="3187"/>
                    <a:pt x="1660" y="3187"/>
                  </a:cubicBezTo>
                  <a:cubicBezTo>
                    <a:pt x="1761" y="3187"/>
                    <a:pt x="1862" y="3117"/>
                    <a:pt x="1862" y="2978"/>
                  </a:cubicBezTo>
                  <a:lnTo>
                    <a:pt x="1862" y="1954"/>
                  </a:lnTo>
                  <a:cubicBezTo>
                    <a:pt x="1862" y="1861"/>
                    <a:pt x="1924" y="1799"/>
                    <a:pt x="2017" y="1799"/>
                  </a:cubicBezTo>
                  <a:lnTo>
                    <a:pt x="9523" y="1799"/>
                  </a:lnTo>
                  <a:cubicBezTo>
                    <a:pt x="9616" y="1799"/>
                    <a:pt x="9678" y="1861"/>
                    <a:pt x="9678" y="1954"/>
                  </a:cubicBezTo>
                  <a:lnTo>
                    <a:pt x="9678" y="9182"/>
                  </a:lnTo>
                  <a:lnTo>
                    <a:pt x="6235" y="9182"/>
                  </a:lnTo>
                  <a:cubicBezTo>
                    <a:pt x="5956" y="9182"/>
                    <a:pt x="5708" y="9430"/>
                    <a:pt x="5739" y="9709"/>
                  </a:cubicBezTo>
                  <a:lnTo>
                    <a:pt x="5739" y="12035"/>
                  </a:lnTo>
                  <a:cubicBezTo>
                    <a:pt x="5708" y="12315"/>
                    <a:pt x="5956" y="12563"/>
                    <a:pt x="6235" y="12563"/>
                  </a:cubicBezTo>
                  <a:lnTo>
                    <a:pt x="7228" y="12563"/>
                  </a:lnTo>
                  <a:cubicBezTo>
                    <a:pt x="7507" y="12563"/>
                    <a:pt x="7507" y="12159"/>
                    <a:pt x="7228" y="12159"/>
                  </a:cubicBezTo>
                  <a:lnTo>
                    <a:pt x="6235" y="12159"/>
                  </a:lnTo>
                  <a:cubicBezTo>
                    <a:pt x="6173" y="12128"/>
                    <a:pt x="6142" y="12097"/>
                    <a:pt x="6142" y="12035"/>
                  </a:cubicBezTo>
                  <a:lnTo>
                    <a:pt x="6142" y="9709"/>
                  </a:lnTo>
                  <a:cubicBezTo>
                    <a:pt x="6142" y="9647"/>
                    <a:pt x="6173" y="9616"/>
                    <a:pt x="6235" y="9616"/>
                  </a:cubicBezTo>
                  <a:lnTo>
                    <a:pt x="11198" y="9616"/>
                  </a:lnTo>
                  <a:cubicBezTo>
                    <a:pt x="11260" y="9616"/>
                    <a:pt x="11291" y="9647"/>
                    <a:pt x="11291" y="9709"/>
                  </a:cubicBezTo>
                  <a:lnTo>
                    <a:pt x="11291" y="12035"/>
                  </a:lnTo>
                  <a:cubicBezTo>
                    <a:pt x="11291" y="12066"/>
                    <a:pt x="11260" y="12128"/>
                    <a:pt x="11198" y="12128"/>
                  </a:cubicBezTo>
                  <a:lnTo>
                    <a:pt x="8065" y="12128"/>
                  </a:lnTo>
                  <a:cubicBezTo>
                    <a:pt x="7786" y="12128"/>
                    <a:pt x="7786" y="12532"/>
                    <a:pt x="8065" y="12532"/>
                  </a:cubicBezTo>
                  <a:lnTo>
                    <a:pt x="9647" y="12532"/>
                  </a:lnTo>
                  <a:lnTo>
                    <a:pt x="9647" y="13400"/>
                  </a:lnTo>
                  <a:cubicBezTo>
                    <a:pt x="9647" y="13493"/>
                    <a:pt x="9585" y="13555"/>
                    <a:pt x="9523" y="13555"/>
                  </a:cubicBezTo>
                  <a:lnTo>
                    <a:pt x="2017" y="13555"/>
                  </a:lnTo>
                  <a:cubicBezTo>
                    <a:pt x="1955" y="13555"/>
                    <a:pt x="1893" y="13493"/>
                    <a:pt x="1893" y="13400"/>
                  </a:cubicBezTo>
                  <a:lnTo>
                    <a:pt x="1893" y="3815"/>
                  </a:lnTo>
                  <a:cubicBezTo>
                    <a:pt x="1893" y="3676"/>
                    <a:pt x="1784" y="3606"/>
                    <a:pt x="1675" y="3606"/>
                  </a:cubicBezTo>
                  <a:cubicBezTo>
                    <a:pt x="1567" y="3606"/>
                    <a:pt x="1458" y="3676"/>
                    <a:pt x="1458" y="3815"/>
                  </a:cubicBezTo>
                  <a:lnTo>
                    <a:pt x="1458" y="12159"/>
                  </a:lnTo>
                  <a:lnTo>
                    <a:pt x="559" y="12159"/>
                  </a:lnTo>
                  <a:cubicBezTo>
                    <a:pt x="466" y="12159"/>
                    <a:pt x="404" y="12097"/>
                    <a:pt x="404" y="12004"/>
                  </a:cubicBezTo>
                  <a:lnTo>
                    <a:pt x="404" y="558"/>
                  </a:lnTo>
                  <a:cubicBezTo>
                    <a:pt x="404" y="465"/>
                    <a:pt x="466" y="403"/>
                    <a:pt x="559" y="403"/>
                  </a:cubicBezTo>
                  <a:close/>
                  <a:moveTo>
                    <a:pt x="559" y="0"/>
                  </a:moveTo>
                  <a:cubicBezTo>
                    <a:pt x="249" y="0"/>
                    <a:pt x="0" y="248"/>
                    <a:pt x="0" y="558"/>
                  </a:cubicBezTo>
                  <a:lnTo>
                    <a:pt x="0" y="12035"/>
                  </a:lnTo>
                  <a:cubicBezTo>
                    <a:pt x="0" y="12315"/>
                    <a:pt x="249" y="12563"/>
                    <a:pt x="559" y="12563"/>
                  </a:cubicBezTo>
                  <a:lnTo>
                    <a:pt x="1458" y="12563"/>
                  </a:lnTo>
                  <a:lnTo>
                    <a:pt x="1458" y="13431"/>
                  </a:lnTo>
                  <a:cubicBezTo>
                    <a:pt x="1458" y="13710"/>
                    <a:pt x="1706" y="13959"/>
                    <a:pt x="2017" y="13959"/>
                  </a:cubicBezTo>
                  <a:lnTo>
                    <a:pt x="9523" y="13959"/>
                  </a:lnTo>
                  <a:cubicBezTo>
                    <a:pt x="9834" y="13959"/>
                    <a:pt x="10082" y="13710"/>
                    <a:pt x="10082" y="13400"/>
                  </a:cubicBezTo>
                  <a:lnTo>
                    <a:pt x="10082" y="12532"/>
                  </a:lnTo>
                  <a:lnTo>
                    <a:pt x="11198" y="12532"/>
                  </a:lnTo>
                  <a:cubicBezTo>
                    <a:pt x="11478" y="12532"/>
                    <a:pt x="11695" y="12315"/>
                    <a:pt x="11695" y="12035"/>
                  </a:cubicBezTo>
                  <a:lnTo>
                    <a:pt x="11695" y="9709"/>
                  </a:lnTo>
                  <a:cubicBezTo>
                    <a:pt x="11695" y="9399"/>
                    <a:pt x="11478" y="9182"/>
                    <a:pt x="11198" y="9182"/>
                  </a:cubicBezTo>
                  <a:lnTo>
                    <a:pt x="11198" y="9213"/>
                  </a:lnTo>
                  <a:lnTo>
                    <a:pt x="10082" y="9213"/>
                  </a:lnTo>
                  <a:lnTo>
                    <a:pt x="10082" y="1954"/>
                  </a:lnTo>
                  <a:cubicBezTo>
                    <a:pt x="10082" y="1644"/>
                    <a:pt x="9834" y="1396"/>
                    <a:pt x="9523" y="1396"/>
                  </a:cubicBezTo>
                  <a:lnTo>
                    <a:pt x="8624" y="1396"/>
                  </a:lnTo>
                  <a:lnTo>
                    <a:pt x="8624" y="558"/>
                  </a:lnTo>
                  <a:cubicBezTo>
                    <a:pt x="8624" y="248"/>
                    <a:pt x="8345" y="0"/>
                    <a:pt x="80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23" name="Google Shape;623;p43"/>
            <p:cNvSpPr/>
            <p:nvPr/>
          </p:nvSpPr>
          <p:spPr>
            <a:xfrm>
              <a:off x="1777875" y="2002175"/>
              <a:ext cx="78350" cy="10125"/>
            </a:xfrm>
            <a:custGeom>
              <a:rect b="b" l="l" r="r" t="t"/>
              <a:pathLst>
                <a:path extrusionOk="0" h="405" w="3134">
                  <a:moveTo>
                    <a:pt x="279" y="1"/>
                  </a:moveTo>
                  <a:cubicBezTo>
                    <a:pt x="0" y="1"/>
                    <a:pt x="0" y="404"/>
                    <a:pt x="279" y="404"/>
                  </a:cubicBezTo>
                  <a:lnTo>
                    <a:pt x="2885" y="404"/>
                  </a:lnTo>
                  <a:cubicBezTo>
                    <a:pt x="3133" y="404"/>
                    <a:pt x="3133" y="1"/>
                    <a:pt x="28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24" name="Google Shape;624;p43"/>
            <p:cNvSpPr/>
            <p:nvPr/>
          </p:nvSpPr>
          <p:spPr>
            <a:xfrm>
              <a:off x="1779575" y="2154150"/>
              <a:ext cx="50850" cy="10175"/>
            </a:xfrm>
            <a:custGeom>
              <a:rect b="b" l="l" r="r" t="t"/>
              <a:pathLst>
                <a:path extrusionOk="0" h="407" w="2034">
                  <a:moveTo>
                    <a:pt x="191" y="0"/>
                  </a:moveTo>
                  <a:cubicBezTo>
                    <a:pt x="1" y="0"/>
                    <a:pt x="1" y="406"/>
                    <a:pt x="191" y="406"/>
                  </a:cubicBezTo>
                  <a:cubicBezTo>
                    <a:pt x="197" y="406"/>
                    <a:pt x="204" y="406"/>
                    <a:pt x="211" y="405"/>
                  </a:cubicBezTo>
                  <a:lnTo>
                    <a:pt x="1793" y="405"/>
                  </a:lnTo>
                  <a:cubicBezTo>
                    <a:pt x="1801" y="406"/>
                    <a:pt x="1809" y="406"/>
                    <a:pt x="1817" y="406"/>
                  </a:cubicBezTo>
                  <a:cubicBezTo>
                    <a:pt x="2034" y="406"/>
                    <a:pt x="2034" y="0"/>
                    <a:pt x="1817" y="0"/>
                  </a:cubicBezTo>
                  <a:cubicBezTo>
                    <a:pt x="1809" y="0"/>
                    <a:pt x="1801" y="1"/>
                    <a:pt x="1793" y="2"/>
                  </a:cubicBezTo>
                  <a:lnTo>
                    <a:pt x="211" y="2"/>
                  </a:lnTo>
                  <a:cubicBezTo>
                    <a:pt x="204" y="1"/>
                    <a:pt x="197" y="0"/>
                    <a:pt x="1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25" name="Google Shape;625;p43"/>
            <p:cNvSpPr/>
            <p:nvPr/>
          </p:nvSpPr>
          <p:spPr>
            <a:xfrm>
              <a:off x="1779425" y="2178225"/>
              <a:ext cx="50425" cy="10100"/>
            </a:xfrm>
            <a:custGeom>
              <a:rect b="b" l="l" r="r" t="t"/>
              <a:pathLst>
                <a:path extrusionOk="0" h="404" w="2017">
                  <a:moveTo>
                    <a:pt x="217" y="0"/>
                  </a:moveTo>
                  <a:cubicBezTo>
                    <a:pt x="93" y="0"/>
                    <a:pt x="0" y="93"/>
                    <a:pt x="0" y="217"/>
                  </a:cubicBezTo>
                  <a:cubicBezTo>
                    <a:pt x="0" y="310"/>
                    <a:pt x="93" y="404"/>
                    <a:pt x="217" y="404"/>
                  </a:cubicBezTo>
                  <a:lnTo>
                    <a:pt x="1799" y="404"/>
                  </a:lnTo>
                  <a:cubicBezTo>
                    <a:pt x="1923" y="404"/>
                    <a:pt x="2016" y="310"/>
                    <a:pt x="2016" y="217"/>
                  </a:cubicBezTo>
                  <a:cubicBezTo>
                    <a:pt x="2016" y="93"/>
                    <a:pt x="1923" y="0"/>
                    <a:pt x="17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26" name="Google Shape;626;p43"/>
            <p:cNvSpPr/>
            <p:nvPr/>
          </p:nvSpPr>
          <p:spPr>
            <a:xfrm>
              <a:off x="1777875" y="2203000"/>
              <a:ext cx="53525" cy="10150"/>
            </a:xfrm>
            <a:custGeom>
              <a:rect b="b" l="l" r="r" t="t"/>
              <a:pathLst>
                <a:path extrusionOk="0" h="406" w="2141">
                  <a:moveTo>
                    <a:pt x="251" y="0"/>
                  </a:moveTo>
                  <a:cubicBezTo>
                    <a:pt x="0" y="0"/>
                    <a:pt x="10" y="405"/>
                    <a:pt x="279" y="405"/>
                  </a:cubicBezTo>
                  <a:lnTo>
                    <a:pt x="1861" y="405"/>
                  </a:lnTo>
                  <a:cubicBezTo>
                    <a:pt x="2140" y="405"/>
                    <a:pt x="2140" y="2"/>
                    <a:pt x="1861" y="2"/>
                  </a:cubicBezTo>
                  <a:lnTo>
                    <a:pt x="279" y="2"/>
                  </a:lnTo>
                  <a:cubicBezTo>
                    <a:pt x="270" y="1"/>
                    <a:pt x="260"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27" name="Google Shape;627;p43"/>
            <p:cNvSpPr/>
            <p:nvPr/>
          </p:nvSpPr>
          <p:spPr>
            <a:xfrm>
              <a:off x="1777875" y="2227075"/>
              <a:ext cx="53525" cy="10100"/>
            </a:xfrm>
            <a:custGeom>
              <a:rect b="b" l="l" r="r" t="t"/>
              <a:pathLst>
                <a:path extrusionOk="0" h="404" w="2141">
                  <a:moveTo>
                    <a:pt x="279" y="0"/>
                  </a:moveTo>
                  <a:cubicBezTo>
                    <a:pt x="0" y="0"/>
                    <a:pt x="0" y="404"/>
                    <a:pt x="279" y="404"/>
                  </a:cubicBezTo>
                  <a:lnTo>
                    <a:pt x="1861" y="404"/>
                  </a:lnTo>
                  <a:cubicBezTo>
                    <a:pt x="2140" y="404"/>
                    <a:pt x="2140" y="0"/>
                    <a:pt x="18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28" name="Google Shape;628;p43"/>
            <p:cNvSpPr/>
            <p:nvPr/>
          </p:nvSpPr>
          <p:spPr>
            <a:xfrm>
              <a:off x="1777875" y="2086725"/>
              <a:ext cx="152000" cy="10875"/>
            </a:xfrm>
            <a:custGeom>
              <a:rect b="b" l="l" r="r" t="t"/>
              <a:pathLst>
                <a:path extrusionOk="0" h="435" w="6080">
                  <a:moveTo>
                    <a:pt x="279" y="0"/>
                  </a:moveTo>
                  <a:cubicBezTo>
                    <a:pt x="0" y="0"/>
                    <a:pt x="0" y="434"/>
                    <a:pt x="279" y="434"/>
                  </a:cubicBezTo>
                  <a:lnTo>
                    <a:pt x="5801" y="434"/>
                  </a:lnTo>
                  <a:cubicBezTo>
                    <a:pt x="6080" y="403"/>
                    <a:pt x="6080" y="0"/>
                    <a:pt x="58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29" name="Google Shape;629;p43"/>
            <p:cNvSpPr/>
            <p:nvPr/>
          </p:nvSpPr>
          <p:spPr>
            <a:xfrm>
              <a:off x="1777875" y="2109975"/>
              <a:ext cx="152000" cy="10100"/>
            </a:xfrm>
            <a:custGeom>
              <a:rect b="b" l="l" r="r" t="t"/>
              <a:pathLst>
                <a:path extrusionOk="0" h="404" w="6080">
                  <a:moveTo>
                    <a:pt x="279" y="1"/>
                  </a:moveTo>
                  <a:cubicBezTo>
                    <a:pt x="0" y="1"/>
                    <a:pt x="0" y="404"/>
                    <a:pt x="279" y="404"/>
                  </a:cubicBezTo>
                  <a:lnTo>
                    <a:pt x="5801" y="404"/>
                  </a:lnTo>
                  <a:cubicBezTo>
                    <a:pt x="6080" y="404"/>
                    <a:pt x="6080" y="1"/>
                    <a:pt x="58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30" name="Google Shape;630;p43"/>
            <p:cNvSpPr/>
            <p:nvPr/>
          </p:nvSpPr>
          <p:spPr>
            <a:xfrm>
              <a:off x="1780200" y="2025450"/>
              <a:ext cx="148125" cy="40350"/>
            </a:xfrm>
            <a:custGeom>
              <a:rect b="b" l="l" r="r" t="t"/>
              <a:pathLst>
                <a:path extrusionOk="0" h="1614" w="5925">
                  <a:moveTo>
                    <a:pt x="5491" y="404"/>
                  </a:moveTo>
                  <a:lnTo>
                    <a:pt x="5491" y="1179"/>
                  </a:lnTo>
                  <a:lnTo>
                    <a:pt x="403" y="1179"/>
                  </a:lnTo>
                  <a:lnTo>
                    <a:pt x="403" y="404"/>
                  </a:lnTo>
                  <a:close/>
                  <a:moveTo>
                    <a:pt x="341" y="1"/>
                  </a:moveTo>
                  <a:cubicBezTo>
                    <a:pt x="155" y="1"/>
                    <a:pt x="0" y="156"/>
                    <a:pt x="0" y="342"/>
                  </a:cubicBezTo>
                  <a:lnTo>
                    <a:pt x="0" y="1241"/>
                  </a:lnTo>
                  <a:cubicBezTo>
                    <a:pt x="0" y="1427"/>
                    <a:pt x="155" y="1613"/>
                    <a:pt x="341" y="1613"/>
                  </a:cubicBezTo>
                  <a:lnTo>
                    <a:pt x="5553" y="1613"/>
                  </a:lnTo>
                  <a:cubicBezTo>
                    <a:pt x="5739" y="1613"/>
                    <a:pt x="5925" y="1427"/>
                    <a:pt x="5925" y="1241"/>
                  </a:cubicBezTo>
                  <a:lnTo>
                    <a:pt x="5925" y="342"/>
                  </a:lnTo>
                  <a:cubicBezTo>
                    <a:pt x="5925" y="156"/>
                    <a:pt x="5739" y="1"/>
                    <a:pt x="55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31" name="Google Shape;631;p43"/>
            <p:cNvSpPr/>
            <p:nvPr/>
          </p:nvSpPr>
          <p:spPr>
            <a:xfrm>
              <a:off x="1955450" y="2175125"/>
              <a:ext cx="24075" cy="41700"/>
            </a:xfrm>
            <a:custGeom>
              <a:rect b="b" l="l" r="r" t="t"/>
              <a:pathLst>
                <a:path extrusionOk="0" h="1668" w="963">
                  <a:moveTo>
                    <a:pt x="187" y="0"/>
                  </a:moveTo>
                  <a:cubicBezTo>
                    <a:pt x="94" y="0"/>
                    <a:pt x="1" y="62"/>
                    <a:pt x="1" y="186"/>
                  </a:cubicBezTo>
                  <a:lnTo>
                    <a:pt x="1" y="1458"/>
                  </a:lnTo>
                  <a:cubicBezTo>
                    <a:pt x="1" y="1598"/>
                    <a:pt x="101" y="1667"/>
                    <a:pt x="202" y="1667"/>
                  </a:cubicBezTo>
                  <a:cubicBezTo>
                    <a:pt x="303" y="1667"/>
                    <a:pt x="404" y="1598"/>
                    <a:pt x="404" y="1458"/>
                  </a:cubicBezTo>
                  <a:lnTo>
                    <a:pt x="404" y="1024"/>
                  </a:lnTo>
                  <a:lnTo>
                    <a:pt x="683" y="1024"/>
                  </a:lnTo>
                  <a:cubicBezTo>
                    <a:pt x="962" y="1024"/>
                    <a:pt x="962" y="621"/>
                    <a:pt x="683" y="621"/>
                  </a:cubicBezTo>
                  <a:lnTo>
                    <a:pt x="404" y="621"/>
                  </a:lnTo>
                  <a:lnTo>
                    <a:pt x="404" y="403"/>
                  </a:lnTo>
                  <a:lnTo>
                    <a:pt x="714" y="403"/>
                  </a:lnTo>
                  <a:cubicBezTo>
                    <a:pt x="962" y="372"/>
                    <a:pt x="962" y="31"/>
                    <a:pt x="7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32" name="Google Shape;632;p43"/>
            <p:cNvSpPr/>
            <p:nvPr/>
          </p:nvSpPr>
          <p:spPr>
            <a:xfrm>
              <a:off x="1915125" y="2175125"/>
              <a:ext cx="33375" cy="41900"/>
            </a:xfrm>
            <a:custGeom>
              <a:rect b="b" l="l" r="r" t="t"/>
              <a:pathLst>
                <a:path extrusionOk="0" h="1676" w="1335">
                  <a:moveTo>
                    <a:pt x="559" y="434"/>
                  </a:moveTo>
                  <a:cubicBezTo>
                    <a:pt x="838" y="434"/>
                    <a:pt x="838" y="745"/>
                    <a:pt x="838" y="838"/>
                  </a:cubicBezTo>
                  <a:cubicBezTo>
                    <a:pt x="838" y="1055"/>
                    <a:pt x="745" y="1241"/>
                    <a:pt x="559" y="1241"/>
                  </a:cubicBezTo>
                  <a:lnTo>
                    <a:pt x="404" y="1241"/>
                  </a:lnTo>
                  <a:lnTo>
                    <a:pt x="404" y="434"/>
                  </a:lnTo>
                  <a:close/>
                  <a:moveTo>
                    <a:pt x="218" y="0"/>
                  </a:moveTo>
                  <a:cubicBezTo>
                    <a:pt x="156" y="0"/>
                    <a:pt x="125" y="31"/>
                    <a:pt x="63" y="62"/>
                  </a:cubicBezTo>
                  <a:cubicBezTo>
                    <a:pt x="32" y="93"/>
                    <a:pt x="1" y="155"/>
                    <a:pt x="1" y="217"/>
                  </a:cubicBezTo>
                  <a:lnTo>
                    <a:pt x="1" y="1458"/>
                  </a:lnTo>
                  <a:cubicBezTo>
                    <a:pt x="32" y="1520"/>
                    <a:pt x="32" y="1551"/>
                    <a:pt x="63" y="1613"/>
                  </a:cubicBezTo>
                  <a:cubicBezTo>
                    <a:pt x="125" y="1644"/>
                    <a:pt x="156" y="1644"/>
                    <a:pt x="218" y="1675"/>
                  </a:cubicBezTo>
                  <a:lnTo>
                    <a:pt x="590" y="1675"/>
                  </a:lnTo>
                  <a:cubicBezTo>
                    <a:pt x="1024" y="1644"/>
                    <a:pt x="1334" y="1241"/>
                    <a:pt x="1272" y="838"/>
                  </a:cubicBezTo>
                  <a:cubicBezTo>
                    <a:pt x="1334" y="403"/>
                    <a:pt x="993" y="0"/>
                    <a:pt x="5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33" name="Google Shape;633;p43"/>
            <p:cNvSpPr/>
            <p:nvPr/>
          </p:nvSpPr>
          <p:spPr>
            <a:xfrm>
              <a:off x="1877525" y="2174800"/>
              <a:ext cx="33750" cy="41625"/>
            </a:xfrm>
            <a:custGeom>
              <a:rect b="b" l="l" r="r" t="t"/>
              <a:pathLst>
                <a:path extrusionOk="0" h="1665" w="1350">
                  <a:moveTo>
                    <a:pt x="605" y="416"/>
                  </a:moveTo>
                  <a:cubicBezTo>
                    <a:pt x="822" y="416"/>
                    <a:pt x="822" y="727"/>
                    <a:pt x="605" y="727"/>
                  </a:cubicBezTo>
                  <a:lnTo>
                    <a:pt x="450" y="727"/>
                  </a:lnTo>
                  <a:lnTo>
                    <a:pt x="450" y="572"/>
                  </a:lnTo>
                  <a:lnTo>
                    <a:pt x="450" y="416"/>
                  </a:lnTo>
                  <a:close/>
                  <a:moveTo>
                    <a:pt x="199" y="0"/>
                  </a:moveTo>
                  <a:cubicBezTo>
                    <a:pt x="168" y="0"/>
                    <a:pt x="131" y="22"/>
                    <a:pt x="109" y="44"/>
                  </a:cubicBezTo>
                  <a:cubicBezTo>
                    <a:pt x="47" y="106"/>
                    <a:pt x="47" y="137"/>
                    <a:pt x="47" y="199"/>
                  </a:cubicBezTo>
                  <a:lnTo>
                    <a:pt x="47" y="1502"/>
                  </a:lnTo>
                  <a:cubicBezTo>
                    <a:pt x="0" y="1611"/>
                    <a:pt x="116" y="1665"/>
                    <a:pt x="233" y="1665"/>
                  </a:cubicBezTo>
                  <a:cubicBezTo>
                    <a:pt x="349" y="1665"/>
                    <a:pt x="465" y="1611"/>
                    <a:pt x="419" y="1502"/>
                  </a:cubicBezTo>
                  <a:lnTo>
                    <a:pt x="419" y="1130"/>
                  </a:lnTo>
                  <a:lnTo>
                    <a:pt x="574" y="1130"/>
                  </a:lnTo>
                  <a:cubicBezTo>
                    <a:pt x="1349" y="1130"/>
                    <a:pt x="1349" y="13"/>
                    <a:pt x="574" y="13"/>
                  </a:cubicBezTo>
                  <a:lnTo>
                    <a:pt x="233" y="13"/>
                  </a:lnTo>
                  <a:cubicBezTo>
                    <a:pt x="224" y="4"/>
                    <a:pt x="212" y="0"/>
                    <a:pt x="1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Challenges</a:t>
            </a:r>
            <a:endParaRPr/>
          </a:p>
        </p:txBody>
      </p:sp>
      <p:sp>
        <p:nvSpPr>
          <p:cNvPr id="639" name="Google Shape;639;p44"/>
          <p:cNvSpPr txBox="1"/>
          <p:nvPr>
            <p:ph idx="1" type="subTitle"/>
          </p:nvPr>
        </p:nvSpPr>
        <p:spPr>
          <a:xfrm>
            <a:off x="720000" y="2787825"/>
            <a:ext cx="2461500" cy="181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Having never </a:t>
            </a:r>
            <a:r>
              <a:rPr lang="en"/>
              <a:t>developed</a:t>
            </a:r>
            <a:r>
              <a:rPr lang="en"/>
              <a:t> python packages, programming languages nor LSPs (language servers), we had to allocate time to learning before development could proceed.</a:t>
            </a:r>
            <a:endParaRPr/>
          </a:p>
        </p:txBody>
      </p:sp>
      <p:sp>
        <p:nvSpPr>
          <p:cNvPr id="640" name="Google Shape;640;p44"/>
          <p:cNvSpPr txBox="1"/>
          <p:nvPr>
            <p:ph idx="2" type="subTitle"/>
          </p:nvPr>
        </p:nvSpPr>
        <p:spPr>
          <a:xfrm>
            <a:off x="3472025" y="2787825"/>
            <a:ext cx="2461500" cy="181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While building scrapegoat, </a:t>
            </a:r>
            <a:r>
              <a:rPr lang="en"/>
              <a:t>teams </a:t>
            </a:r>
            <a:r>
              <a:rPr lang="en"/>
              <a:t>were relying on pieces of code from the SDK that was yet to be created, causing bottlenecks across development.</a:t>
            </a:r>
            <a:endParaRPr/>
          </a:p>
        </p:txBody>
      </p:sp>
      <p:sp>
        <p:nvSpPr>
          <p:cNvPr id="641" name="Google Shape;641;p44"/>
          <p:cNvSpPr txBox="1"/>
          <p:nvPr>
            <p:ph idx="3" type="subTitle"/>
          </p:nvPr>
        </p:nvSpPr>
        <p:spPr>
          <a:xfrm>
            <a:off x="6224075" y="2787750"/>
            <a:ext cx="2461500" cy="181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a multiset team, the time we had to work </a:t>
            </a:r>
            <a:r>
              <a:rPr lang="en"/>
              <a:t>together</a:t>
            </a:r>
            <a:r>
              <a:rPr lang="en"/>
              <a:t> was limited. Communication was also very difficult, and primarily occurred online.</a:t>
            </a:r>
            <a:endParaRPr/>
          </a:p>
        </p:txBody>
      </p:sp>
      <p:sp>
        <p:nvSpPr>
          <p:cNvPr id="642" name="Google Shape;642;p44"/>
          <p:cNvSpPr txBox="1"/>
          <p:nvPr>
            <p:ph idx="4" type="subTitle"/>
          </p:nvPr>
        </p:nvSpPr>
        <p:spPr>
          <a:xfrm>
            <a:off x="720000" y="2260050"/>
            <a:ext cx="27243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800"/>
              <a:t>Unfamiliarity</a:t>
            </a:r>
            <a:endParaRPr sz="1800"/>
          </a:p>
        </p:txBody>
      </p:sp>
      <p:sp>
        <p:nvSpPr>
          <p:cNvPr id="643" name="Google Shape;643;p44"/>
          <p:cNvSpPr txBox="1"/>
          <p:nvPr>
            <p:ph idx="5" type="subTitle"/>
          </p:nvPr>
        </p:nvSpPr>
        <p:spPr>
          <a:xfrm>
            <a:off x="3472023" y="2260050"/>
            <a:ext cx="28782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800"/>
              <a:t>Parallel</a:t>
            </a:r>
            <a:r>
              <a:rPr lang="en" sz="1800"/>
              <a:t> Development</a:t>
            </a:r>
            <a:endParaRPr sz="1800"/>
          </a:p>
        </p:txBody>
      </p:sp>
      <p:sp>
        <p:nvSpPr>
          <p:cNvPr id="644" name="Google Shape;644;p44"/>
          <p:cNvSpPr txBox="1"/>
          <p:nvPr>
            <p:ph idx="6" type="subTitle"/>
          </p:nvPr>
        </p:nvSpPr>
        <p:spPr>
          <a:xfrm>
            <a:off x="6224074" y="2260050"/>
            <a:ext cx="24615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800"/>
              <a:t>Scheduling</a:t>
            </a:r>
            <a:endParaRPr sz="1800"/>
          </a:p>
        </p:txBody>
      </p:sp>
      <p:sp>
        <p:nvSpPr>
          <p:cNvPr id="645" name="Google Shape;645;p44"/>
          <p:cNvSpPr/>
          <p:nvPr/>
        </p:nvSpPr>
        <p:spPr>
          <a:xfrm>
            <a:off x="837225" y="1351775"/>
            <a:ext cx="731400" cy="731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646" name="Google Shape;646;p44"/>
          <p:cNvSpPr/>
          <p:nvPr/>
        </p:nvSpPr>
        <p:spPr>
          <a:xfrm>
            <a:off x="3548275" y="1351775"/>
            <a:ext cx="731400" cy="731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647" name="Google Shape;647;p44"/>
          <p:cNvSpPr/>
          <p:nvPr/>
        </p:nvSpPr>
        <p:spPr>
          <a:xfrm>
            <a:off x="6259325" y="1351775"/>
            <a:ext cx="731400" cy="731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nvGrpSpPr>
          <p:cNvPr id="648" name="Google Shape;648;p44"/>
          <p:cNvGrpSpPr/>
          <p:nvPr/>
        </p:nvGrpSpPr>
        <p:grpSpPr>
          <a:xfrm>
            <a:off x="3721748" y="1567175"/>
            <a:ext cx="384453" cy="300624"/>
            <a:chOff x="3684759" y="4692403"/>
            <a:chExt cx="493205" cy="385662"/>
          </a:xfrm>
        </p:grpSpPr>
        <p:sp>
          <p:nvSpPr>
            <p:cNvPr id="649" name="Google Shape;649;p44"/>
            <p:cNvSpPr/>
            <p:nvPr/>
          </p:nvSpPr>
          <p:spPr>
            <a:xfrm>
              <a:off x="3875057" y="4932189"/>
              <a:ext cx="57153" cy="109759"/>
            </a:xfrm>
            <a:custGeom>
              <a:rect b="b" l="l" r="r" t="t"/>
              <a:pathLst>
                <a:path extrusionOk="0" h="109759" w="57153">
                  <a:moveTo>
                    <a:pt x="28577" y="109759"/>
                  </a:moveTo>
                  <a:cubicBezTo>
                    <a:pt x="32568" y="109759"/>
                    <a:pt x="35802" y="106524"/>
                    <a:pt x="35802" y="102535"/>
                  </a:cubicBezTo>
                  <a:lnTo>
                    <a:pt x="35802" y="49408"/>
                  </a:lnTo>
                  <a:lnTo>
                    <a:pt x="46842" y="49408"/>
                  </a:lnTo>
                  <a:cubicBezTo>
                    <a:pt x="54948" y="49408"/>
                    <a:pt x="59882" y="40440"/>
                    <a:pt x="55539" y="33593"/>
                  </a:cubicBezTo>
                  <a:lnTo>
                    <a:pt x="37276" y="4783"/>
                  </a:lnTo>
                  <a:cubicBezTo>
                    <a:pt x="33230" y="-1599"/>
                    <a:pt x="23918" y="-1590"/>
                    <a:pt x="19878" y="4783"/>
                  </a:cubicBezTo>
                  <a:lnTo>
                    <a:pt x="1613" y="33592"/>
                  </a:lnTo>
                  <a:cubicBezTo>
                    <a:pt x="-2728" y="40439"/>
                    <a:pt x="2203" y="49408"/>
                    <a:pt x="10311" y="49408"/>
                  </a:cubicBezTo>
                  <a:lnTo>
                    <a:pt x="21352" y="49408"/>
                  </a:lnTo>
                  <a:lnTo>
                    <a:pt x="21352" y="102535"/>
                  </a:lnTo>
                  <a:cubicBezTo>
                    <a:pt x="21353" y="106524"/>
                    <a:pt x="24587" y="109759"/>
                    <a:pt x="28577" y="109759"/>
                  </a:cubicBezTo>
                  <a:close/>
                  <a:moveTo>
                    <a:pt x="17856" y="34958"/>
                  </a:moveTo>
                  <a:lnTo>
                    <a:pt x="28577" y="18048"/>
                  </a:lnTo>
                  <a:lnTo>
                    <a:pt x="39298" y="34958"/>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0" name="Google Shape;650;p44"/>
            <p:cNvSpPr/>
            <p:nvPr/>
          </p:nvSpPr>
          <p:spPr>
            <a:xfrm>
              <a:off x="3931619" y="4933178"/>
              <a:ext cx="57152" cy="109758"/>
            </a:xfrm>
            <a:custGeom>
              <a:rect b="b" l="l" r="r" t="t"/>
              <a:pathLst>
                <a:path extrusionOk="0" h="109758" w="57152">
                  <a:moveTo>
                    <a:pt x="37275" y="104975"/>
                  </a:moveTo>
                  <a:lnTo>
                    <a:pt x="55539" y="76166"/>
                  </a:lnTo>
                  <a:cubicBezTo>
                    <a:pt x="59880" y="69319"/>
                    <a:pt x="54950" y="60352"/>
                    <a:pt x="46842" y="60352"/>
                  </a:cubicBezTo>
                  <a:lnTo>
                    <a:pt x="35801" y="60352"/>
                  </a:lnTo>
                  <a:lnTo>
                    <a:pt x="35801" y="7225"/>
                  </a:lnTo>
                  <a:cubicBezTo>
                    <a:pt x="35801" y="3235"/>
                    <a:pt x="32568" y="0"/>
                    <a:pt x="28577" y="0"/>
                  </a:cubicBezTo>
                  <a:cubicBezTo>
                    <a:pt x="24586" y="0"/>
                    <a:pt x="21352" y="3235"/>
                    <a:pt x="21352" y="7225"/>
                  </a:cubicBezTo>
                  <a:lnTo>
                    <a:pt x="21352" y="60352"/>
                  </a:lnTo>
                  <a:lnTo>
                    <a:pt x="10312" y="60352"/>
                  </a:lnTo>
                  <a:cubicBezTo>
                    <a:pt x="2205" y="60352"/>
                    <a:pt x="-2729" y="69318"/>
                    <a:pt x="1614" y="76166"/>
                  </a:cubicBezTo>
                  <a:lnTo>
                    <a:pt x="19878" y="104976"/>
                  </a:lnTo>
                  <a:lnTo>
                    <a:pt x="19878" y="104977"/>
                  </a:lnTo>
                  <a:cubicBezTo>
                    <a:pt x="23926" y="111357"/>
                    <a:pt x="33233" y="111349"/>
                    <a:pt x="37275" y="104975"/>
                  </a:cubicBezTo>
                  <a:close/>
                  <a:moveTo>
                    <a:pt x="17856" y="74800"/>
                  </a:moveTo>
                  <a:lnTo>
                    <a:pt x="39297" y="74800"/>
                  </a:lnTo>
                  <a:lnTo>
                    <a:pt x="28577" y="9171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1" name="Google Shape;651;p44"/>
            <p:cNvSpPr/>
            <p:nvPr/>
          </p:nvSpPr>
          <p:spPr>
            <a:xfrm>
              <a:off x="3684759" y="4692403"/>
              <a:ext cx="493205" cy="385662"/>
            </a:xfrm>
            <a:custGeom>
              <a:rect b="b" l="l" r="r" t="t"/>
              <a:pathLst>
                <a:path extrusionOk="0" h="385662" w="493205">
                  <a:moveTo>
                    <a:pt x="60606" y="263590"/>
                  </a:moveTo>
                  <a:lnTo>
                    <a:pt x="108566" y="263590"/>
                  </a:lnTo>
                  <a:lnTo>
                    <a:pt x="108566" y="364193"/>
                  </a:lnTo>
                  <a:cubicBezTo>
                    <a:pt x="108566" y="376031"/>
                    <a:pt x="118196" y="385662"/>
                    <a:pt x="130034" y="385662"/>
                  </a:cubicBezTo>
                  <a:lnTo>
                    <a:pt x="363169" y="385662"/>
                  </a:lnTo>
                  <a:cubicBezTo>
                    <a:pt x="375007" y="385662"/>
                    <a:pt x="384638" y="376031"/>
                    <a:pt x="384638" y="364192"/>
                  </a:cubicBezTo>
                  <a:lnTo>
                    <a:pt x="384638" y="324218"/>
                  </a:lnTo>
                  <a:cubicBezTo>
                    <a:pt x="384638" y="320228"/>
                    <a:pt x="381405" y="316993"/>
                    <a:pt x="377414" y="316993"/>
                  </a:cubicBezTo>
                  <a:cubicBezTo>
                    <a:pt x="373423" y="316993"/>
                    <a:pt x="370189" y="320228"/>
                    <a:pt x="370189" y="324218"/>
                  </a:cubicBezTo>
                  <a:lnTo>
                    <a:pt x="370189" y="364192"/>
                  </a:lnTo>
                  <a:cubicBezTo>
                    <a:pt x="370189" y="368064"/>
                    <a:pt x="367039" y="371213"/>
                    <a:pt x="363169" y="371213"/>
                  </a:cubicBezTo>
                  <a:lnTo>
                    <a:pt x="130035" y="371213"/>
                  </a:lnTo>
                  <a:cubicBezTo>
                    <a:pt x="126164" y="371213"/>
                    <a:pt x="123016" y="368064"/>
                    <a:pt x="123016" y="364193"/>
                  </a:cubicBezTo>
                  <a:cubicBezTo>
                    <a:pt x="123016" y="361259"/>
                    <a:pt x="123016" y="186303"/>
                    <a:pt x="123016" y="183382"/>
                  </a:cubicBezTo>
                  <a:cubicBezTo>
                    <a:pt x="123016" y="179511"/>
                    <a:pt x="126165" y="176362"/>
                    <a:pt x="130036" y="176362"/>
                  </a:cubicBezTo>
                  <a:lnTo>
                    <a:pt x="202022" y="176362"/>
                  </a:lnTo>
                  <a:cubicBezTo>
                    <a:pt x="204941" y="176362"/>
                    <a:pt x="207585" y="178201"/>
                    <a:pt x="208601" y="180937"/>
                  </a:cubicBezTo>
                  <a:lnTo>
                    <a:pt x="217072" y="203749"/>
                  </a:lnTo>
                  <a:cubicBezTo>
                    <a:pt x="220919" y="214103"/>
                    <a:pt x="230924" y="221059"/>
                    <a:pt x="241969" y="221059"/>
                  </a:cubicBezTo>
                  <a:lnTo>
                    <a:pt x="363170" y="221059"/>
                  </a:lnTo>
                  <a:cubicBezTo>
                    <a:pt x="367041" y="221059"/>
                    <a:pt x="370190" y="224208"/>
                    <a:pt x="370190" y="228079"/>
                  </a:cubicBezTo>
                  <a:lnTo>
                    <a:pt x="370190" y="290503"/>
                  </a:lnTo>
                  <a:cubicBezTo>
                    <a:pt x="370190" y="294493"/>
                    <a:pt x="373424" y="297728"/>
                    <a:pt x="377415" y="297728"/>
                  </a:cubicBezTo>
                  <a:cubicBezTo>
                    <a:pt x="381406" y="297728"/>
                    <a:pt x="384639" y="294493"/>
                    <a:pt x="384639" y="290503"/>
                  </a:cubicBezTo>
                  <a:lnTo>
                    <a:pt x="384639" y="263590"/>
                  </a:lnTo>
                  <a:lnTo>
                    <a:pt x="397060" y="263590"/>
                  </a:lnTo>
                  <a:cubicBezTo>
                    <a:pt x="449285" y="263590"/>
                    <a:pt x="494213" y="220938"/>
                    <a:pt x="493189" y="167326"/>
                  </a:cubicBezTo>
                  <a:cubicBezTo>
                    <a:pt x="492180" y="114651"/>
                    <a:pt x="448222" y="72886"/>
                    <a:pt x="395483" y="74802"/>
                  </a:cubicBezTo>
                  <a:cubicBezTo>
                    <a:pt x="391116" y="74967"/>
                    <a:pt x="386946" y="72559"/>
                    <a:pt x="384833" y="68693"/>
                  </a:cubicBezTo>
                  <a:cubicBezTo>
                    <a:pt x="361683" y="26322"/>
                    <a:pt x="317338" y="0"/>
                    <a:pt x="269099" y="0"/>
                  </a:cubicBezTo>
                  <a:cubicBezTo>
                    <a:pt x="219370" y="0"/>
                    <a:pt x="174394" y="27537"/>
                    <a:pt x="151723" y="71866"/>
                  </a:cubicBezTo>
                  <a:cubicBezTo>
                    <a:pt x="148088" y="78974"/>
                    <a:pt x="141638" y="78123"/>
                    <a:pt x="135070" y="78123"/>
                  </a:cubicBezTo>
                  <a:cubicBezTo>
                    <a:pt x="95435" y="78123"/>
                    <a:pt x="60179" y="103310"/>
                    <a:pt x="47342" y="140797"/>
                  </a:cubicBezTo>
                  <a:cubicBezTo>
                    <a:pt x="46205" y="144113"/>
                    <a:pt x="43428" y="146761"/>
                    <a:pt x="39723" y="148063"/>
                  </a:cubicBezTo>
                  <a:cubicBezTo>
                    <a:pt x="14978" y="156761"/>
                    <a:pt x="-967" y="180242"/>
                    <a:pt x="46" y="206495"/>
                  </a:cubicBezTo>
                  <a:cubicBezTo>
                    <a:pt x="1281" y="238538"/>
                    <a:pt x="28391" y="263590"/>
                    <a:pt x="60606" y="263590"/>
                  </a:cubicBezTo>
                  <a:close/>
                  <a:moveTo>
                    <a:pt x="44516" y="161696"/>
                  </a:moveTo>
                  <a:cubicBezTo>
                    <a:pt x="52420" y="158918"/>
                    <a:pt x="58432" y="153007"/>
                    <a:pt x="61012" y="145480"/>
                  </a:cubicBezTo>
                  <a:cubicBezTo>
                    <a:pt x="71850" y="113834"/>
                    <a:pt x="101611" y="92572"/>
                    <a:pt x="135071" y="92572"/>
                  </a:cubicBezTo>
                  <a:cubicBezTo>
                    <a:pt x="140044" y="92572"/>
                    <a:pt x="156410" y="94436"/>
                    <a:pt x="164590" y="78445"/>
                  </a:cubicBezTo>
                  <a:cubicBezTo>
                    <a:pt x="184777" y="38971"/>
                    <a:pt x="224823" y="14449"/>
                    <a:pt x="269100" y="14449"/>
                  </a:cubicBezTo>
                  <a:cubicBezTo>
                    <a:pt x="312051" y="14449"/>
                    <a:pt x="351538" y="37889"/>
                    <a:pt x="372152" y="75620"/>
                  </a:cubicBezTo>
                  <a:cubicBezTo>
                    <a:pt x="376865" y="84245"/>
                    <a:pt x="386220" y="89580"/>
                    <a:pt x="396003" y="89241"/>
                  </a:cubicBezTo>
                  <a:cubicBezTo>
                    <a:pt x="440489" y="87631"/>
                    <a:pt x="477885" y="122829"/>
                    <a:pt x="478741" y="167603"/>
                  </a:cubicBezTo>
                  <a:cubicBezTo>
                    <a:pt x="479605" y="212741"/>
                    <a:pt x="441599" y="249141"/>
                    <a:pt x="397060" y="249141"/>
                  </a:cubicBezTo>
                  <a:lnTo>
                    <a:pt x="384639" y="249141"/>
                  </a:lnTo>
                  <a:cubicBezTo>
                    <a:pt x="384639" y="238697"/>
                    <a:pt x="384639" y="189433"/>
                    <a:pt x="384639" y="182093"/>
                  </a:cubicBezTo>
                  <a:cubicBezTo>
                    <a:pt x="384639" y="170965"/>
                    <a:pt x="375586" y="161913"/>
                    <a:pt x="364458" y="161913"/>
                  </a:cubicBezTo>
                  <a:lnTo>
                    <a:pt x="306576" y="161913"/>
                  </a:lnTo>
                  <a:cubicBezTo>
                    <a:pt x="302585" y="161913"/>
                    <a:pt x="299351" y="165147"/>
                    <a:pt x="299351" y="169137"/>
                  </a:cubicBezTo>
                  <a:cubicBezTo>
                    <a:pt x="299351" y="173127"/>
                    <a:pt x="302585" y="176362"/>
                    <a:pt x="306576" y="176362"/>
                  </a:cubicBezTo>
                  <a:lnTo>
                    <a:pt x="364458" y="176362"/>
                  </a:lnTo>
                  <a:cubicBezTo>
                    <a:pt x="367619" y="176362"/>
                    <a:pt x="370190" y="178933"/>
                    <a:pt x="370190" y="182093"/>
                  </a:cubicBezTo>
                  <a:lnTo>
                    <a:pt x="370190" y="207789"/>
                  </a:lnTo>
                  <a:cubicBezTo>
                    <a:pt x="368072" y="207048"/>
                    <a:pt x="365590" y="206610"/>
                    <a:pt x="363170" y="206610"/>
                  </a:cubicBezTo>
                  <a:lnTo>
                    <a:pt x="241969" y="206610"/>
                  </a:lnTo>
                  <a:cubicBezTo>
                    <a:pt x="236933" y="206610"/>
                    <a:pt x="232371" y="203438"/>
                    <a:pt x="230618" y="198718"/>
                  </a:cubicBezTo>
                  <a:lnTo>
                    <a:pt x="222316" y="176362"/>
                  </a:lnTo>
                  <a:lnTo>
                    <a:pt x="272862" y="176362"/>
                  </a:lnTo>
                  <a:cubicBezTo>
                    <a:pt x="276853" y="176362"/>
                    <a:pt x="280086" y="173127"/>
                    <a:pt x="280086" y="169137"/>
                  </a:cubicBezTo>
                  <a:cubicBezTo>
                    <a:pt x="280086" y="165147"/>
                    <a:pt x="276853" y="161913"/>
                    <a:pt x="272862" y="161913"/>
                  </a:cubicBezTo>
                  <a:cubicBezTo>
                    <a:pt x="269160" y="161913"/>
                    <a:pt x="134133" y="161913"/>
                    <a:pt x="130036" y="161913"/>
                  </a:cubicBezTo>
                  <a:cubicBezTo>
                    <a:pt x="118198" y="161913"/>
                    <a:pt x="108567" y="171543"/>
                    <a:pt x="108567" y="183382"/>
                  </a:cubicBezTo>
                  <a:lnTo>
                    <a:pt x="108567" y="249141"/>
                  </a:lnTo>
                  <a:lnTo>
                    <a:pt x="60606" y="249141"/>
                  </a:lnTo>
                  <a:cubicBezTo>
                    <a:pt x="36094" y="249141"/>
                    <a:pt x="15402" y="229760"/>
                    <a:pt x="14483" y="205939"/>
                  </a:cubicBezTo>
                  <a:cubicBezTo>
                    <a:pt x="13718" y="186059"/>
                    <a:pt x="25786" y="168279"/>
                    <a:pt x="44516" y="16169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52" name="Google Shape;652;p44"/>
          <p:cNvGrpSpPr/>
          <p:nvPr/>
        </p:nvGrpSpPr>
        <p:grpSpPr>
          <a:xfrm>
            <a:off x="1011224" y="1525450"/>
            <a:ext cx="384052" cy="384031"/>
            <a:chOff x="3040984" y="3681059"/>
            <a:chExt cx="356164" cy="355815"/>
          </a:xfrm>
        </p:grpSpPr>
        <p:sp>
          <p:nvSpPr>
            <p:cNvPr id="653" name="Google Shape;653;p44"/>
            <p:cNvSpPr/>
            <p:nvPr/>
          </p:nvSpPr>
          <p:spPr>
            <a:xfrm>
              <a:off x="3040984" y="3681059"/>
              <a:ext cx="356164" cy="355815"/>
            </a:xfrm>
            <a:custGeom>
              <a:rect b="b" l="l" r="r" t="t"/>
              <a:pathLst>
                <a:path extrusionOk="0" h="11205" w="11216">
                  <a:moveTo>
                    <a:pt x="5620" y="0"/>
                  </a:moveTo>
                  <a:cubicBezTo>
                    <a:pt x="4274" y="0"/>
                    <a:pt x="2965" y="488"/>
                    <a:pt x="1953" y="1369"/>
                  </a:cubicBezTo>
                  <a:cubicBezTo>
                    <a:pt x="1881" y="1429"/>
                    <a:pt x="1881" y="1536"/>
                    <a:pt x="1941" y="1608"/>
                  </a:cubicBezTo>
                  <a:cubicBezTo>
                    <a:pt x="1972" y="1645"/>
                    <a:pt x="2016" y="1663"/>
                    <a:pt x="2061" y="1663"/>
                  </a:cubicBezTo>
                  <a:cubicBezTo>
                    <a:pt x="2103" y="1663"/>
                    <a:pt x="2145" y="1648"/>
                    <a:pt x="2179" y="1620"/>
                  </a:cubicBezTo>
                  <a:cubicBezTo>
                    <a:pt x="3131" y="786"/>
                    <a:pt x="4358" y="346"/>
                    <a:pt x="5620" y="346"/>
                  </a:cubicBezTo>
                  <a:cubicBezTo>
                    <a:pt x="7013" y="346"/>
                    <a:pt x="8346" y="893"/>
                    <a:pt x="9335" y="1893"/>
                  </a:cubicBezTo>
                  <a:cubicBezTo>
                    <a:pt x="10335" y="2882"/>
                    <a:pt x="10882" y="4215"/>
                    <a:pt x="10882" y="5608"/>
                  </a:cubicBezTo>
                  <a:cubicBezTo>
                    <a:pt x="10882" y="7013"/>
                    <a:pt x="10335" y="8335"/>
                    <a:pt x="9335" y="9335"/>
                  </a:cubicBezTo>
                  <a:cubicBezTo>
                    <a:pt x="8346" y="10323"/>
                    <a:pt x="7013" y="10883"/>
                    <a:pt x="5620" y="10883"/>
                  </a:cubicBezTo>
                  <a:cubicBezTo>
                    <a:pt x="4215" y="10883"/>
                    <a:pt x="2893" y="10323"/>
                    <a:pt x="1893" y="9335"/>
                  </a:cubicBezTo>
                  <a:cubicBezTo>
                    <a:pt x="893" y="8335"/>
                    <a:pt x="345" y="7013"/>
                    <a:pt x="345" y="5608"/>
                  </a:cubicBezTo>
                  <a:cubicBezTo>
                    <a:pt x="345" y="4298"/>
                    <a:pt x="822" y="3048"/>
                    <a:pt x="1703" y="2084"/>
                  </a:cubicBezTo>
                  <a:cubicBezTo>
                    <a:pt x="1762" y="2012"/>
                    <a:pt x="1762" y="1905"/>
                    <a:pt x="1691" y="1846"/>
                  </a:cubicBezTo>
                  <a:cubicBezTo>
                    <a:pt x="1657" y="1817"/>
                    <a:pt x="1614" y="1802"/>
                    <a:pt x="1573" y="1802"/>
                  </a:cubicBezTo>
                  <a:cubicBezTo>
                    <a:pt x="1528" y="1802"/>
                    <a:pt x="1484" y="1820"/>
                    <a:pt x="1453" y="1858"/>
                  </a:cubicBezTo>
                  <a:cubicBezTo>
                    <a:pt x="512" y="2882"/>
                    <a:pt x="0" y="4227"/>
                    <a:pt x="0" y="5608"/>
                  </a:cubicBezTo>
                  <a:cubicBezTo>
                    <a:pt x="0" y="7096"/>
                    <a:pt x="583" y="8513"/>
                    <a:pt x="1643" y="9573"/>
                  </a:cubicBezTo>
                  <a:cubicBezTo>
                    <a:pt x="2703" y="10621"/>
                    <a:pt x="4096" y="11204"/>
                    <a:pt x="5608" y="11204"/>
                  </a:cubicBezTo>
                  <a:cubicBezTo>
                    <a:pt x="7108" y="11204"/>
                    <a:pt x="8501" y="10621"/>
                    <a:pt x="9561" y="9573"/>
                  </a:cubicBezTo>
                  <a:cubicBezTo>
                    <a:pt x="10620" y="8513"/>
                    <a:pt x="11204" y="7108"/>
                    <a:pt x="11204" y="5608"/>
                  </a:cubicBezTo>
                  <a:cubicBezTo>
                    <a:pt x="11216" y="4096"/>
                    <a:pt x="10632" y="2691"/>
                    <a:pt x="9573" y="1631"/>
                  </a:cubicBezTo>
                  <a:cubicBezTo>
                    <a:pt x="8525" y="572"/>
                    <a:pt x="7120" y="0"/>
                    <a:pt x="562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44"/>
            <p:cNvSpPr/>
            <p:nvPr/>
          </p:nvSpPr>
          <p:spPr>
            <a:xfrm>
              <a:off x="3183120" y="3921508"/>
              <a:ext cx="59414" cy="59382"/>
            </a:xfrm>
            <a:custGeom>
              <a:rect b="b" l="l" r="r" t="t"/>
              <a:pathLst>
                <a:path extrusionOk="0" h="1870" w="1871">
                  <a:moveTo>
                    <a:pt x="929" y="334"/>
                  </a:moveTo>
                  <a:cubicBezTo>
                    <a:pt x="1263" y="334"/>
                    <a:pt x="1549" y="608"/>
                    <a:pt x="1549" y="941"/>
                  </a:cubicBezTo>
                  <a:cubicBezTo>
                    <a:pt x="1549" y="1263"/>
                    <a:pt x="1263" y="1548"/>
                    <a:pt x="929" y="1548"/>
                  </a:cubicBezTo>
                  <a:cubicBezTo>
                    <a:pt x="608" y="1548"/>
                    <a:pt x="334" y="1287"/>
                    <a:pt x="334" y="941"/>
                  </a:cubicBezTo>
                  <a:cubicBezTo>
                    <a:pt x="334" y="596"/>
                    <a:pt x="608" y="334"/>
                    <a:pt x="929" y="334"/>
                  </a:cubicBezTo>
                  <a:close/>
                  <a:moveTo>
                    <a:pt x="929" y="1"/>
                  </a:moveTo>
                  <a:cubicBezTo>
                    <a:pt x="429" y="1"/>
                    <a:pt x="1" y="417"/>
                    <a:pt x="1" y="941"/>
                  </a:cubicBezTo>
                  <a:cubicBezTo>
                    <a:pt x="1" y="1453"/>
                    <a:pt x="417" y="1870"/>
                    <a:pt x="929" y="1870"/>
                  </a:cubicBezTo>
                  <a:cubicBezTo>
                    <a:pt x="1191" y="1870"/>
                    <a:pt x="1430" y="1775"/>
                    <a:pt x="1608" y="1596"/>
                  </a:cubicBezTo>
                  <a:cubicBezTo>
                    <a:pt x="1787" y="1417"/>
                    <a:pt x="1870" y="1179"/>
                    <a:pt x="1870" y="941"/>
                  </a:cubicBezTo>
                  <a:cubicBezTo>
                    <a:pt x="1870" y="679"/>
                    <a:pt x="1763" y="453"/>
                    <a:pt x="1584" y="263"/>
                  </a:cubicBezTo>
                  <a:cubicBezTo>
                    <a:pt x="1406" y="108"/>
                    <a:pt x="1191" y="1"/>
                    <a:pt x="92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44"/>
            <p:cNvSpPr/>
            <p:nvPr/>
          </p:nvSpPr>
          <p:spPr>
            <a:xfrm>
              <a:off x="3149110" y="3735868"/>
              <a:ext cx="141056" cy="174716"/>
            </a:xfrm>
            <a:custGeom>
              <a:rect b="b" l="l" r="r" t="t"/>
              <a:pathLst>
                <a:path extrusionOk="0" h="5502" w="4442">
                  <a:moveTo>
                    <a:pt x="2143" y="1"/>
                  </a:moveTo>
                  <a:cubicBezTo>
                    <a:pt x="1322" y="1"/>
                    <a:pt x="810" y="286"/>
                    <a:pt x="536" y="501"/>
                  </a:cubicBezTo>
                  <a:cubicBezTo>
                    <a:pt x="191" y="786"/>
                    <a:pt x="0" y="1156"/>
                    <a:pt x="0" y="1513"/>
                  </a:cubicBezTo>
                  <a:cubicBezTo>
                    <a:pt x="0" y="1739"/>
                    <a:pt x="84" y="1941"/>
                    <a:pt x="262" y="2084"/>
                  </a:cubicBezTo>
                  <a:cubicBezTo>
                    <a:pt x="393" y="2203"/>
                    <a:pt x="596" y="2263"/>
                    <a:pt x="774" y="2263"/>
                  </a:cubicBezTo>
                  <a:cubicBezTo>
                    <a:pt x="1084" y="2263"/>
                    <a:pt x="1227" y="2049"/>
                    <a:pt x="1334" y="1894"/>
                  </a:cubicBezTo>
                  <a:cubicBezTo>
                    <a:pt x="1465" y="1679"/>
                    <a:pt x="1596" y="1489"/>
                    <a:pt x="2108" y="1489"/>
                  </a:cubicBezTo>
                  <a:cubicBezTo>
                    <a:pt x="2286" y="1489"/>
                    <a:pt x="2858" y="1525"/>
                    <a:pt x="2858" y="2001"/>
                  </a:cubicBezTo>
                  <a:cubicBezTo>
                    <a:pt x="2858" y="2358"/>
                    <a:pt x="2512" y="2632"/>
                    <a:pt x="2227" y="2858"/>
                  </a:cubicBezTo>
                  <a:cubicBezTo>
                    <a:pt x="2155" y="2918"/>
                    <a:pt x="2072" y="2965"/>
                    <a:pt x="2024" y="3025"/>
                  </a:cubicBezTo>
                  <a:cubicBezTo>
                    <a:pt x="1679" y="3323"/>
                    <a:pt x="1286" y="3763"/>
                    <a:pt x="1286" y="4668"/>
                  </a:cubicBezTo>
                  <a:cubicBezTo>
                    <a:pt x="1286" y="5180"/>
                    <a:pt x="1405" y="5501"/>
                    <a:pt x="2000" y="5501"/>
                  </a:cubicBezTo>
                  <a:cubicBezTo>
                    <a:pt x="2274" y="5501"/>
                    <a:pt x="2465" y="5442"/>
                    <a:pt x="2596" y="5323"/>
                  </a:cubicBezTo>
                  <a:cubicBezTo>
                    <a:pt x="2703" y="5216"/>
                    <a:pt x="2762" y="5085"/>
                    <a:pt x="2762" y="4918"/>
                  </a:cubicBezTo>
                  <a:cubicBezTo>
                    <a:pt x="2762" y="4430"/>
                    <a:pt x="2762" y="4192"/>
                    <a:pt x="3263" y="3787"/>
                  </a:cubicBezTo>
                  <a:lnTo>
                    <a:pt x="3286" y="3787"/>
                  </a:lnTo>
                  <a:cubicBezTo>
                    <a:pt x="3298" y="3775"/>
                    <a:pt x="3322" y="3763"/>
                    <a:pt x="3358" y="3727"/>
                  </a:cubicBezTo>
                  <a:cubicBezTo>
                    <a:pt x="3429" y="3680"/>
                    <a:pt x="3453" y="3573"/>
                    <a:pt x="3393" y="3489"/>
                  </a:cubicBezTo>
                  <a:cubicBezTo>
                    <a:pt x="3360" y="3449"/>
                    <a:pt x="3311" y="3427"/>
                    <a:pt x="3261" y="3427"/>
                  </a:cubicBezTo>
                  <a:cubicBezTo>
                    <a:pt x="3224" y="3427"/>
                    <a:pt x="3186" y="3440"/>
                    <a:pt x="3155" y="3465"/>
                  </a:cubicBezTo>
                  <a:cubicBezTo>
                    <a:pt x="3120" y="3477"/>
                    <a:pt x="3108" y="3513"/>
                    <a:pt x="3072" y="3525"/>
                  </a:cubicBezTo>
                  <a:lnTo>
                    <a:pt x="3060" y="3525"/>
                  </a:lnTo>
                  <a:cubicBezTo>
                    <a:pt x="2465" y="3989"/>
                    <a:pt x="2429" y="4346"/>
                    <a:pt x="2429" y="4906"/>
                  </a:cubicBezTo>
                  <a:cubicBezTo>
                    <a:pt x="2429" y="4977"/>
                    <a:pt x="2429" y="5156"/>
                    <a:pt x="2000" y="5156"/>
                  </a:cubicBezTo>
                  <a:cubicBezTo>
                    <a:pt x="1798" y="5156"/>
                    <a:pt x="1739" y="5120"/>
                    <a:pt x="1703" y="5085"/>
                  </a:cubicBezTo>
                  <a:cubicBezTo>
                    <a:pt x="1643" y="5025"/>
                    <a:pt x="1619" y="4882"/>
                    <a:pt x="1619" y="4656"/>
                  </a:cubicBezTo>
                  <a:cubicBezTo>
                    <a:pt x="1619" y="3882"/>
                    <a:pt x="1929" y="3513"/>
                    <a:pt x="2227" y="3251"/>
                  </a:cubicBezTo>
                  <a:cubicBezTo>
                    <a:pt x="2286" y="3215"/>
                    <a:pt x="2346" y="3156"/>
                    <a:pt x="2417" y="3108"/>
                  </a:cubicBezTo>
                  <a:cubicBezTo>
                    <a:pt x="2762" y="2858"/>
                    <a:pt x="3179" y="2525"/>
                    <a:pt x="3179" y="1989"/>
                  </a:cubicBezTo>
                  <a:cubicBezTo>
                    <a:pt x="3179" y="1465"/>
                    <a:pt x="2762" y="1144"/>
                    <a:pt x="2108" y="1144"/>
                  </a:cubicBezTo>
                  <a:cubicBezTo>
                    <a:pt x="1417" y="1144"/>
                    <a:pt x="1215" y="1453"/>
                    <a:pt x="1048" y="1691"/>
                  </a:cubicBezTo>
                  <a:cubicBezTo>
                    <a:pt x="941" y="1858"/>
                    <a:pt x="881" y="1918"/>
                    <a:pt x="750" y="1918"/>
                  </a:cubicBezTo>
                  <a:cubicBezTo>
                    <a:pt x="572" y="1918"/>
                    <a:pt x="322" y="1810"/>
                    <a:pt x="322" y="1513"/>
                  </a:cubicBezTo>
                  <a:cubicBezTo>
                    <a:pt x="322" y="1322"/>
                    <a:pt x="429" y="1025"/>
                    <a:pt x="738" y="775"/>
                  </a:cubicBezTo>
                  <a:cubicBezTo>
                    <a:pt x="977" y="572"/>
                    <a:pt x="1405" y="334"/>
                    <a:pt x="2131" y="334"/>
                  </a:cubicBezTo>
                  <a:cubicBezTo>
                    <a:pt x="3298" y="334"/>
                    <a:pt x="4120" y="953"/>
                    <a:pt x="4120" y="1822"/>
                  </a:cubicBezTo>
                  <a:cubicBezTo>
                    <a:pt x="4120" y="2227"/>
                    <a:pt x="3941" y="2644"/>
                    <a:pt x="3596" y="3037"/>
                  </a:cubicBezTo>
                  <a:cubicBezTo>
                    <a:pt x="3524" y="3096"/>
                    <a:pt x="3536" y="3203"/>
                    <a:pt x="3596" y="3263"/>
                  </a:cubicBezTo>
                  <a:cubicBezTo>
                    <a:pt x="3629" y="3290"/>
                    <a:pt x="3669" y="3305"/>
                    <a:pt x="3709" y="3305"/>
                  </a:cubicBezTo>
                  <a:cubicBezTo>
                    <a:pt x="3755" y="3305"/>
                    <a:pt x="3802" y="3284"/>
                    <a:pt x="3834" y="3239"/>
                  </a:cubicBezTo>
                  <a:cubicBezTo>
                    <a:pt x="4239" y="2787"/>
                    <a:pt x="4441" y="2310"/>
                    <a:pt x="4441" y="1810"/>
                  </a:cubicBezTo>
                  <a:cubicBezTo>
                    <a:pt x="4441" y="1287"/>
                    <a:pt x="4203" y="834"/>
                    <a:pt x="3786" y="501"/>
                  </a:cubicBezTo>
                  <a:cubicBezTo>
                    <a:pt x="3370" y="179"/>
                    <a:pt x="2798" y="1"/>
                    <a:pt x="214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6" name="Google Shape;656;p44"/>
          <p:cNvGrpSpPr/>
          <p:nvPr/>
        </p:nvGrpSpPr>
        <p:grpSpPr>
          <a:xfrm>
            <a:off x="6432999" y="1562923"/>
            <a:ext cx="384044" cy="309121"/>
            <a:chOff x="5220616" y="2791061"/>
            <a:chExt cx="373185" cy="302466"/>
          </a:xfrm>
        </p:grpSpPr>
        <p:sp>
          <p:nvSpPr>
            <p:cNvPr id="657" name="Google Shape;657;p44"/>
            <p:cNvSpPr/>
            <p:nvPr/>
          </p:nvSpPr>
          <p:spPr>
            <a:xfrm>
              <a:off x="5220616" y="2791061"/>
              <a:ext cx="373185" cy="302466"/>
            </a:xfrm>
            <a:custGeom>
              <a:rect b="b" l="l" r="r" t="t"/>
              <a:pathLst>
                <a:path extrusionOk="0" h="9525" w="11752">
                  <a:moveTo>
                    <a:pt x="1834" y="345"/>
                  </a:moveTo>
                  <a:cubicBezTo>
                    <a:pt x="1834" y="345"/>
                    <a:pt x="1846" y="345"/>
                    <a:pt x="1846" y="357"/>
                  </a:cubicBezTo>
                  <a:lnTo>
                    <a:pt x="1846" y="1083"/>
                  </a:lnTo>
                  <a:cubicBezTo>
                    <a:pt x="1846" y="1083"/>
                    <a:pt x="1846" y="1107"/>
                    <a:pt x="1834" y="1107"/>
                  </a:cubicBezTo>
                  <a:lnTo>
                    <a:pt x="1465" y="1107"/>
                  </a:lnTo>
                  <a:cubicBezTo>
                    <a:pt x="1465" y="1107"/>
                    <a:pt x="1453" y="1107"/>
                    <a:pt x="1453" y="1083"/>
                  </a:cubicBezTo>
                  <a:lnTo>
                    <a:pt x="1453" y="357"/>
                  </a:lnTo>
                  <a:lnTo>
                    <a:pt x="1465" y="357"/>
                  </a:lnTo>
                  <a:cubicBezTo>
                    <a:pt x="1465" y="351"/>
                    <a:pt x="1468" y="348"/>
                    <a:pt x="1469" y="348"/>
                  </a:cubicBezTo>
                  <a:lnTo>
                    <a:pt x="1469" y="348"/>
                  </a:lnTo>
                  <a:cubicBezTo>
                    <a:pt x="1471" y="348"/>
                    <a:pt x="1471" y="351"/>
                    <a:pt x="1465" y="357"/>
                  </a:cubicBezTo>
                  <a:lnTo>
                    <a:pt x="1834" y="345"/>
                  </a:lnTo>
                  <a:close/>
                  <a:moveTo>
                    <a:pt x="10276" y="345"/>
                  </a:moveTo>
                  <a:cubicBezTo>
                    <a:pt x="10276" y="345"/>
                    <a:pt x="10288" y="345"/>
                    <a:pt x="10288" y="357"/>
                  </a:cubicBezTo>
                  <a:lnTo>
                    <a:pt x="10288" y="1083"/>
                  </a:lnTo>
                  <a:cubicBezTo>
                    <a:pt x="10288" y="1083"/>
                    <a:pt x="10288" y="1107"/>
                    <a:pt x="10276" y="1107"/>
                  </a:cubicBezTo>
                  <a:lnTo>
                    <a:pt x="9907" y="1107"/>
                  </a:lnTo>
                  <a:cubicBezTo>
                    <a:pt x="9907" y="1107"/>
                    <a:pt x="9895" y="1107"/>
                    <a:pt x="9895" y="1083"/>
                  </a:cubicBezTo>
                  <a:lnTo>
                    <a:pt x="9895" y="357"/>
                  </a:lnTo>
                  <a:lnTo>
                    <a:pt x="9907" y="357"/>
                  </a:lnTo>
                  <a:cubicBezTo>
                    <a:pt x="9907" y="351"/>
                    <a:pt x="9910" y="348"/>
                    <a:pt x="9911" y="348"/>
                  </a:cubicBezTo>
                  <a:lnTo>
                    <a:pt x="9911" y="348"/>
                  </a:lnTo>
                  <a:cubicBezTo>
                    <a:pt x="9912" y="348"/>
                    <a:pt x="9912" y="351"/>
                    <a:pt x="9907" y="357"/>
                  </a:cubicBezTo>
                  <a:lnTo>
                    <a:pt x="10276" y="345"/>
                  </a:lnTo>
                  <a:close/>
                  <a:moveTo>
                    <a:pt x="11038" y="1107"/>
                  </a:moveTo>
                  <a:cubicBezTo>
                    <a:pt x="11240" y="1107"/>
                    <a:pt x="11407" y="1262"/>
                    <a:pt x="11407" y="1476"/>
                  </a:cubicBezTo>
                  <a:lnTo>
                    <a:pt x="11407" y="8811"/>
                  </a:lnTo>
                  <a:cubicBezTo>
                    <a:pt x="11407" y="9001"/>
                    <a:pt x="11228" y="9180"/>
                    <a:pt x="11026" y="9180"/>
                  </a:cubicBezTo>
                  <a:lnTo>
                    <a:pt x="751" y="9180"/>
                  </a:lnTo>
                  <a:cubicBezTo>
                    <a:pt x="536" y="9180"/>
                    <a:pt x="382" y="9025"/>
                    <a:pt x="382" y="8811"/>
                  </a:cubicBezTo>
                  <a:lnTo>
                    <a:pt x="382" y="1476"/>
                  </a:lnTo>
                  <a:cubicBezTo>
                    <a:pt x="382" y="1262"/>
                    <a:pt x="536" y="1107"/>
                    <a:pt x="751" y="1107"/>
                  </a:cubicBezTo>
                  <a:lnTo>
                    <a:pt x="1120" y="1107"/>
                  </a:lnTo>
                  <a:lnTo>
                    <a:pt x="1120" y="1119"/>
                  </a:lnTo>
                  <a:cubicBezTo>
                    <a:pt x="1120" y="1310"/>
                    <a:pt x="1286" y="1476"/>
                    <a:pt x="1477" y="1476"/>
                  </a:cubicBezTo>
                  <a:lnTo>
                    <a:pt x="1858" y="1476"/>
                  </a:lnTo>
                  <a:cubicBezTo>
                    <a:pt x="2048" y="1476"/>
                    <a:pt x="2215" y="1310"/>
                    <a:pt x="2215" y="1119"/>
                  </a:cubicBezTo>
                  <a:lnTo>
                    <a:pt x="2215" y="1107"/>
                  </a:lnTo>
                  <a:lnTo>
                    <a:pt x="9573" y="1107"/>
                  </a:lnTo>
                  <a:lnTo>
                    <a:pt x="9573" y="1119"/>
                  </a:lnTo>
                  <a:cubicBezTo>
                    <a:pt x="9573" y="1310"/>
                    <a:pt x="9740" y="1476"/>
                    <a:pt x="9930" y="1476"/>
                  </a:cubicBezTo>
                  <a:lnTo>
                    <a:pt x="10311" y="1476"/>
                  </a:lnTo>
                  <a:cubicBezTo>
                    <a:pt x="10502" y="1476"/>
                    <a:pt x="10669" y="1310"/>
                    <a:pt x="10669" y="1119"/>
                  </a:cubicBezTo>
                  <a:lnTo>
                    <a:pt x="10669" y="1107"/>
                  </a:lnTo>
                  <a:close/>
                  <a:moveTo>
                    <a:pt x="1465" y="0"/>
                  </a:moveTo>
                  <a:cubicBezTo>
                    <a:pt x="1275" y="0"/>
                    <a:pt x="1108" y="167"/>
                    <a:pt x="1108" y="357"/>
                  </a:cubicBezTo>
                  <a:lnTo>
                    <a:pt x="1108" y="726"/>
                  </a:lnTo>
                  <a:lnTo>
                    <a:pt x="739" y="726"/>
                  </a:lnTo>
                  <a:cubicBezTo>
                    <a:pt x="334" y="726"/>
                    <a:pt x="1" y="1060"/>
                    <a:pt x="1" y="1464"/>
                  </a:cubicBezTo>
                  <a:lnTo>
                    <a:pt x="1" y="8799"/>
                  </a:lnTo>
                  <a:cubicBezTo>
                    <a:pt x="1" y="9204"/>
                    <a:pt x="334" y="9525"/>
                    <a:pt x="739" y="9525"/>
                  </a:cubicBezTo>
                  <a:lnTo>
                    <a:pt x="11014" y="9525"/>
                  </a:lnTo>
                  <a:cubicBezTo>
                    <a:pt x="11419" y="9525"/>
                    <a:pt x="11752" y="9204"/>
                    <a:pt x="11752" y="8799"/>
                  </a:cubicBezTo>
                  <a:lnTo>
                    <a:pt x="11752" y="1464"/>
                  </a:lnTo>
                  <a:cubicBezTo>
                    <a:pt x="11752" y="1060"/>
                    <a:pt x="11419" y="726"/>
                    <a:pt x="11026" y="726"/>
                  </a:cubicBezTo>
                  <a:lnTo>
                    <a:pt x="10645" y="726"/>
                  </a:lnTo>
                  <a:lnTo>
                    <a:pt x="10645" y="357"/>
                  </a:lnTo>
                  <a:cubicBezTo>
                    <a:pt x="10645" y="167"/>
                    <a:pt x="10490" y="0"/>
                    <a:pt x="10288" y="0"/>
                  </a:cubicBezTo>
                  <a:lnTo>
                    <a:pt x="9918" y="0"/>
                  </a:lnTo>
                  <a:cubicBezTo>
                    <a:pt x="9728" y="0"/>
                    <a:pt x="9561" y="167"/>
                    <a:pt x="9561" y="357"/>
                  </a:cubicBezTo>
                  <a:lnTo>
                    <a:pt x="9561" y="726"/>
                  </a:lnTo>
                  <a:lnTo>
                    <a:pt x="2191" y="726"/>
                  </a:lnTo>
                  <a:lnTo>
                    <a:pt x="2191" y="357"/>
                  </a:lnTo>
                  <a:cubicBezTo>
                    <a:pt x="2191" y="167"/>
                    <a:pt x="2025" y="0"/>
                    <a:pt x="1834"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44"/>
            <p:cNvSpPr/>
            <p:nvPr/>
          </p:nvSpPr>
          <p:spPr>
            <a:xfrm>
              <a:off x="5244432" y="2849268"/>
              <a:ext cx="326314" cy="11368"/>
            </a:xfrm>
            <a:custGeom>
              <a:rect b="b" l="l" r="r" t="t"/>
              <a:pathLst>
                <a:path extrusionOk="0" h="358" w="10276">
                  <a:moveTo>
                    <a:pt x="179" y="1"/>
                  </a:moveTo>
                  <a:cubicBezTo>
                    <a:pt x="96" y="1"/>
                    <a:pt x="1" y="72"/>
                    <a:pt x="1" y="179"/>
                  </a:cubicBezTo>
                  <a:cubicBezTo>
                    <a:pt x="1" y="274"/>
                    <a:pt x="72" y="358"/>
                    <a:pt x="179" y="358"/>
                  </a:cubicBezTo>
                  <a:lnTo>
                    <a:pt x="10097" y="358"/>
                  </a:lnTo>
                  <a:cubicBezTo>
                    <a:pt x="10180" y="358"/>
                    <a:pt x="10276" y="274"/>
                    <a:pt x="10276" y="179"/>
                  </a:cubicBezTo>
                  <a:cubicBezTo>
                    <a:pt x="10276" y="72"/>
                    <a:pt x="10180" y="1"/>
                    <a:pt x="1009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4"/>
            <p:cNvSpPr/>
            <p:nvPr/>
          </p:nvSpPr>
          <p:spPr>
            <a:xfrm>
              <a:off x="5261834" y="2896139"/>
              <a:ext cx="46521" cy="11400"/>
            </a:xfrm>
            <a:custGeom>
              <a:rect b="b" l="l" r="r" t="t"/>
              <a:pathLst>
                <a:path extrusionOk="0" h="359" w="1465">
                  <a:moveTo>
                    <a:pt x="179" y="1"/>
                  </a:moveTo>
                  <a:cubicBezTo>
                    <a:pt x="96" y="1"/>
                    <a:pt x="0" y="72"/>
                    <a:pt x="0" y="180"/>
                  </a:cubicBezTo>
                  <a:cubicBezTo>
                    <a:pt x="0" y="275"/>
                    <a:pt x="72" y="358"/>
                    <a:pt x="179" y="358"/>
                  </a:cubicBezTo>
                  <a:lnTo>
                    <a:pt x="1286" y="358"/>
                  </a:lnTo>
                  <a:cubicBezTo>
                    <a:pt x="1370" y="358"/>
                    <a:pt x="1465" y="275"/>
                    <a:pt x="1465" y="180"/>
                  </a:cubicBezTo>
                  <a:cubicBezTo>
                    <a:pt x="1465" y="72"/>
                    <a:pt x="1370" y="1"/>
                    <a:pt x="128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4"/>
            <p:cNvSpPr/>
            <p:nvPr/>
          </p:nvSpPr>
          <p:spPr>
            <a:xfrm>
              <a:off x="5343507" y="2896139"/>
              <a:ext cx="46521" cy="11400"/>
            </a:xfrm>
            <a:custGeom>
              <a:rect b="b" l="l" r="r" t="t"/>
              <a:pathLst>
                <a:path extrusionOk="0" h="359" w="1465">
                  <a:moveTo>
                    <a:pt x="179" y="1"/>
                  </a:moveTo>
                  <a:cubicBezTo>
                    <a:pt x="95" y="1"/>
                    <a:pt x="0" y="72"/>
                    <a:pt x="0" y="180"/>
                  </a:cubicBezTo>
                  <a:cubicBezTo>
                    <a:pt x="0" y="275"/>
                    <a:pt x="83" y="358"/>
                    <a:pt x="179" y="358"/>
                  </a:cubicBezTo>
                  <a:lnTo>
                    <a:pt x="1286" y="358"/>
                  </a:lnTo>
                  <a:cubicBezTo>
                    <a:pt x="1369" y="358"/>
                    <a:pt x="1465" y="275"/>
                    <a:pt x="1465" y="180"/>
                  </a:cubicBezTo>
                  <a:cubicBezTo>
                    <a:pt x="1465" y="72"/>
                    <a:pt x="1381" y="1"/>
                    <a:pt x="128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44"/>
            <p:cNvSpPr/>
            <p:nvPr/>
          </p:nvSpPr>
          <p:spPr>
            <a:xfrm>
              <a:off x="5506823" y="2896139"/>
              <a:ext cx="46172" cy="11400"/>
            </a:xfrm>
            <a:custGeom>
              <a:rect b="b" l="l" r="r" t="t"/>
              <a:pathLst>
                <a:path extrusionOk="0" h="359" w="1454">
                  <a:moveTo>
                    <a:pt x="179" y="1"/>
                  </a:moveTo>
                  <a:cubicBezTo>
                    <a:pt x="84" y="1"/>
                    <a:pt x="1" y="72"/>
                    <a:pt x="1" y="180"/>
                  </a:cubicBezTo>
                  <a:cubicBezTo>
                    <a:pt x="1" y="275"/>
                    <a:pt x="72" y="358"/>
                    <a:pt x="179" y="358"/>
                  </a:cubicBezTo>
                  <a:lnTo>
                    <a:pt x="1275" y="358"/>
                  </a:lnTo>
                  <a:cubicBezTo>
                    <a:pt x="1370" y="358"/>
                    <a:pt x="1453" y="275"/>
                    <a:pt x="1453" y="180"/>
                  </a:cubicBezTo>
                  <a:cubicBezTo>
                    <a:pt x="1453" y="72"/>
                    <a:pt x="1370" y="1"/>
                    <a:pt x="12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44"/>
            <p:cNvSpPr/>
            <p:nvPr/>
          </p:nvSpPr>
          <p:spPr>
            <a:xfrm>
              <a:off x="5261834" y="2942660"/>
              <a:ext cx="46521" cy="11368"/>
            </a:xfrm>
            <a:custGeom>
              <a:rect b="b" l="l" r="r" t="t"/>
              <a:pathLst>
                <a:path extrusionOk="0" h="358" w="1465">
                  <a:moveTo>
                    <a:pt x="179" y="0"/>
                  </a:moveTo>
                  <a:cubicBezTo>
                    <a:pt x="96" y="0"/>
                    <a:pt x="0" y="84"/>
                    <a:pt x="0" y="179"/>
                  </a:cubicBezTo>
                  <a:cubicBezTo>
                    <a:pt x="0" y="286"/>
                    <a:pt x="72" y="358"/>
                    <a:pt x="179" y="358"/>
                  </a:cubicBezTo>
                  <a:lnTo>
                    <a:pt x="1286" y="358"/>
                  </a:lnTo>
                  <a:cubicBezTo>
                    <a:pt x="1370" y="358"/>
                    <a:pt x="1465" y="286"/>
                    <a:pt x="1465" y="179"/>
                  </a:cubicBezTo>
                  <a:cubicBezTo>
                    <a:pt x="1465" y="84"/>
                    <a:pt x="1370" y="0"/>
                    <a:pt x="12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44"/>
            <p:cNvSpPr/>
            <p:nvPr/>
          </p:nvSpPr>
          <p:spPr>
            <a:xfrm>
              <a:off x="5424768" y="2942660"/>
              <a:ext cx="46553" cy="11368"/>
            </a:xfrm>
            <a:custGeom>
              <a:rect b="b" l="l" r="r" t="t"/>
              <a:pathLst>
                <a:path extrusionOk="0" h="358" w="1466">
                  <a:moveTo>
                    <a:pt x="180" y="0"/>
                  </a:moveTo>
                  <a:cubicBezTo>
                    <a:pt x="96" y="0"/>
                    <a:pt x="1" y="84"/>
                    <a:pt x="1" y="179"/>
                  </a:cubicBezTo>
                  <a:cubicBezTo>
                    <a:pt x="1" y="286"/>
                    <a:pt x="84" y="358"/>
                    <a:pt x="180" y="358"/>
                  </a:cubicBezTo>
                  <a:lnTo>
                    <a:pt x="1287" y="358"/>
                  </a:lnTo>
                  <a:cubicBezTo>
                    <a:pt x="1370" y="358"/>
                    <a:pt x="1465" y="286"/>
                    <a:pt x="1465" y="179"/>
                  </a:cubicBezTo>
                  <a:cubicBezTo>
                    <a:pt x="1465" y="84"/>
                    <a:pt x="1394" y="0"/>
                    <a:pt x="12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44"/>
            <p:cNvSpPr/>
            <p:nvPr/>
          </p:nvSpPr>
          <p:spPr>
            <a:xfrm>
              <a:off x="5261834" y="2989149"/>
              <a:ext cx="46521" cy="11400"/>
            </a:xfrm>
            <a:custGeom>
              <a:rect b="b" l="l" r="r" t="t"/>
              <a:pathLst>
                <a:path extrusionOk="0" h="359" w="1465">
                  <a:moveTo>
                    <a:pt x="179" y="1"/>
                  </a:moveTo>
                  <a:cubicBezTo>
                    <a:pt x="96" y="1"/>
                    <a:pt x="0" y="72"/>
                    <a:pt x="0" y="179"/>
                  </a:cubicBezTo>
                  <a:cubicBezTo>
                    <a:pt x="0" y="287"/>
                    <a:pt x="72" y="358"/>
                    <a:pt x="179" y="358"/>
                  </a:cubicBezTo>
                  <a:lnTo>
                    <a:pt x="1286" y="358"/>
                  </a:lnTo>
                  <a:cubicBezTo>
                    <a:pt x="1370" y="358"/>
                    <a:pt x="1465" y="287"/>
                    <a:pt x="1465" y="179"/>
                  </a:cubicBezTo>
                  <a:cubicBezTo>
                    <a:pt x="1465" y="72"/>
                    <a:pt x="1370" y="1"/>
                    <a:pt x="128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4"/>
            <p:cNvSpPr/>
            <p:nvPr/>
          </p:nvSpPr>
          <p:spPr>
            <a:xfrm>
              <a:off x="5343507" y="2989149"/>
              <a:ext cx="46521" cy="11400"/>
            </a:xfrm>
            <a:custGeom>
              <a:rect b="b" l="l" r="r" t="t"/>
              <a:pathLst>
                <a:path extrusionOk="0" h="359" w="1465">
                  <a:moveTo>
                    <a:pt x="179" y="1"/>
                  </a:moveTo>
                  <a:cubicBezTo>
                    <a:pt x="95" y="1"/>
                    <a:pt x="0" y="72"/>
                    <a:pt x="0" y="179"/>
                  </a:cubicBezTo>
                  <a:cubicBezTo>
                    <a:pt x="0" y="287"/>
                    <a:pt x="83" y="358"/>
                    <a:pt x="179" y="358"/>
                  </a:cubicBezTo>
                  <a:lnTo>
                    <a:pt x="1286" y="358"/>
                  </a:lnTo>
                  <a:cubicBezTo>
                    <a:pt x="1369" y="358"/>
                    <a:pt x="1465" y="287"/>
                    <a:pt x="1465" y="179"/>
                  </a:cubicBezTo>
                  <a:cubicBezTo>
                    <a:pt x="1465" y="72"/>
                    <a:pt x="1381" y="1"/>
                    <a:pt x="128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44"/>
            <p:cNvSpPr/>
            <p:nvPr/>
          </p:nvSpPr>
          <p:spPr>
            <a:xfrm>
              <a:off x="5506823" y="2989149"/>
              <a:ext cx="46172" cy="11400"/>
            </a:xfrm>
            <a:custGeom>
              <a:rect b="b" l="l" r="r" t="t"/>
              <a:pathLst>
                <a:path extrusionOk="0" h="359" w="1454">
                  <a:moveTo>
                    <a:pt x="179" y="1"/>
                  </a:moveTo>
                  <a:cubicBezTo>
                    <a:pt x="84" y="1"/>
                    <a:pt x="1" y="72"/>
                    <a:pt x="1" y="179"/>
                  </a:cubicBezTo>
                  <a:cubicBezTo>
                    <a:pt x="1" y="287"/>
                    <a:pt x="72" y="358"/>
                    <a:pt x="179" y="358"/>
                  </a:cubicBezTo>
                  <a:lnTo>
                    <a:pt x="1275" y="358"/>
                  </a:lnTo>
                  <a:cubicBezTo>
                    <a:pt x="1370" y="358"/>
                    <a:pt x="1453" y="287"/>
                    <a:pt x="1453" y="179"/>
                  </a:cubicBezTo>
                  <a:cubicBezTo>
                    <a:pt x="1453" y="72"/>
                    <a:pt x="1370" y="1"/>
                    <a:pt x="127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44"/>
            <p:cNvSpPr/>
            <p:nvPr/>
          </p:nvSpPr>
          <p:spPr>
            <a:xfrm>
              <a:off x="5343507" y="3036051"/>
              <a:ext cx="46521" cy="10987"/>
            </a:xfrm>
            <a:custGeom>
              <a:rect b="b" l="l" r="r" t="t"/>
              <a:pathLst>
                <a:path extrusionOk="0" h="346" w="1465">
                  <a:moveTo>
                    <a:pt x="179" y="0"/>
                  </a:moveTo>
                  <a:cubicBezTo>
                    <a:pt x="95" y="0"/>
                    <a:pt x="0" y="72"/>
                    <a:pt x="0" y="179"/>
                  </a:cubicBezTo>
                  <a:cubicBezTo>
                    <a:pt x="0" y="274"/>
                    <a:pt x="83" y="346"/>
                    <a:pt x="179" y="346"/>
                  </a:cubicBezTo>
                  <a:lnTo>
                    <a:pt x="1286" y="346"/>
                  </a:lnTo>
                  <a:cubicBezTo>
                    <a:pt x="1369" y="346"/>
                    <a:pt x="1465" y="274"/>
                    <a:pt x="1465" y="179"/>
                  </a:cubicBezTo>
                  <a:cubicBezTo>
                    <a:pt x="1465" y="72"/>
                    <a:pt x="1381" y="0"/>
                    <a:pt x="1286"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44"/>
            <p:cNvSpPr/>
            <p:nvPr/>
          </p:nvSpPr>
          <p:spPr>
            <a:xfrm>
              <a:off x="5424768" y="3036051"/>
              <a:ext cx="46553" cy="10987"/>
            </a:xfrm>
            <a:custGeom>
              <a:rect b="b" l="l" r="r" t="t"/>
              <a:pathLst>
                <a:path extrusionOk="0" h="346" w="1466">
                  <a:moveTo>
                    <a:pt x="180" y="0"/>
                  </a:moveTo>
                  <a:cubicBezTo>
                    <a:pt x="96" y="0"/>
                    <a:pt x="1" y="72"/>
                    <a:pt x="1" y="179"/>
                  </a:cubicBezTo>
                  <a:cubicBezTo>
                    <a:pt x="1" y="274"/>
                    <a:pt x="84" y="346"/>
                    <a:pt x="180" y="346"/>
                  </a:cubicBezTo>
                  <a:lnTo>
                    <a:pt x="1287" y="346"/>
                  </a:lnTo>
                  <a:cubicBezTo>
                    <a:pt x="1370" y="346"/>
                    <a:pt x="1465" y="274"/>
                    <a:pt x="1465" y="179"/>
                  </a:cubicBezTo>
                  <a:cubicBezTo>
                    <a:pt x="1465" y="72"/>
                    <a:pt x="1394" y="0"/>
                    <a:pt x="12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44"/>
            <p:cNvSpPr/>
            <p:nvPr/>
          </p:nvSpPr>
          <p:spPr>
            <a:xfrm>
              <a:off x="5506823" y="3036051"/>
              <a:ext cx="46172" cy="10987"/>
            </a:xfrm>
            <a:custGeom>
              <a:rect b="b" l="l" r="r" t="t"/>
              <a:pathLst>
                <a:path extrusionOk="0" h="346" w="1454">
                  <a:moveTo>
                    <a:pt x="179" y="0"/>
                  </a:moveTo>
                  <a:cubicBezTo>
                    <a:pt x="84" y="0"/>
                    <a:pt x="1" y="72"/>
                    <a:pt x="1" y="179"/>
                  </a:cubicBezTo>
                  <a:cubicBezTo>
                    <a:pt x="1" y="274"/>
                    <a:pt x="72" y="346"/>
                    <a:pt x="179" y="346"/>
                  </a:cubicBezTo>
                  <a:lnTo>
                    <a:pt x="1275" y="346"/>
                  </a:lnTo>
                  <a:cubicBezTo>
                    <a:pt x="1370" y="346"/>
                    <a:pt x="1453" y="274"/>
                    <a:pt x="1453" y="179"/>
                  </a:cubicBezTo>
                  <a:cubicBezTo>
                    <a:pt x="1453" y="72"/>
                    <a:pt x="1370" y="0"/>
                    <a:pt x="127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44"/>
            <p:cNvSpPr/>
            <p:nvPr/>
          </p:nvSpPr>
          <p:spPr>
            <a:xfrm>
              <a:off x="5343126" y="2930752"/>
              <a:ext cx="46902" cy="33851"/>
            </a:xfrm>
            <a:custGeom>
              <a:rect b="b" l="l" r="r" t="t"/>
              <a:pathLst>
                <a:path extrusionOk="0" h="1066" w="1477">
                  <a:moveTo>
                    <a:pt x="1293" y="0"/>
                  </a:moveTo>
                  <a:cubicBezTo>
                    <a:pt x="1250" y="0"/>
                    <a:pt x="1209" y="18"/>
                    <a:pt x="1179" y="54"/>
                  </a:cubicBezTo>
                  <a:lnTo>
                    <a:pt x="572" y="661"/>
                  </a:lnTo>
                  <a:lnTo>
                    <a:pt x="322" y="411"/>
                  </a:lnTo>
                  <a:cubicBezTo>
                    <a:pt x="280" y="375"/>
                    <a:pt x="235" y="358"/>
                    <a:pt x="194" y="358"/>
                  </a:cubicBezTo>
                  <a:cubicBezTo>
                    <a:pt x="152" y="358"/>
                    <a:pt x="113" y="375"/>
                    <a:pt x="84" y="411"/>
                  </a:cubicBezTo>
                  <a:cubicBezTo>
                    <a:pt x="0" y="483"/>
                    <a:pt x="0" y="590"/>
                    <a:pt x="84" y="649"/>
                  </a:cubicBezTo>
                  <a:lnTo>
                    <a:pt x="453" y="1018"/>
                  </a:lnTo>
                  <a:cubicBezTo>
                    <a:pt x="476" y="1054"/>
                    <a:pt x="524" y="1066"/>
                    <a:pt x="572" y="1066"/>
                  </a:cubicBezTo>
                  <a:cubicBezTo>
                    <a:pt x="619" y="1066"/>
                    <a:pt x="655" y="1054"/>
                    <a:pt x="691" y="1018"/>
                  </a:cubicBezTo>
                  <a:lnTo>
                    <a:pt x="1417" y="292"/>
                  </a:lnTo>
                  <a:cubicBezTo>
                    <a:pt x="1477" y="233"/>
                    <a:pt x="1477" y="125"/>
                    <a:pt x="1417" y="54"/>
                  </a:cubicBezTo>
                  <a:cubicBezTo>
                    <a:pt x="1381" y="18"/>
                    <a:pt x="1337" y="0"/>
                    <a:pt x="129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44"/>
            <p:cNvSpPr/>
            <p:nvPr/>
          </p:nvSpPr>
          <p:spPr>
            <a:xfrm>
              <a:off x="5506442" y="2930752"/>
              <a:ext cx="47283" cy="33851"/>
            </a:xfrm>
            <a:custGeom>
              <a:rect b="b" l="l" r="r" t="t"/>
              <a:pathLst>
                <a:path extrusionOk="0" h="1066" w="1489">
                  <a:moveTo>
                    <a:pt x="1282" y="0"/>
                  </a:moveTo>
                  <a:cubicBezTo>
                    <a:pt x="1239" y="0"/>
                    <a:pt x="1197" y="18"/>
                    <a:pt x="1167" y="54"/>
                  </a:cubicBezTo>
                  <a:lnTo>
                    <a:pt x="560" y="661"/>
                  </a:lnTo>
                  <a:lnTo>
                    <a:pt x="310" y="411"/>
                  </a:lnTo>
                  <a:cubicBezTo>
                    <a:pt x="275" y="375"/>
                    <a:pt x="230" y="358"/>
                    <a:pt x="187" y="358"/>
                  </a:cubicBezTo>
                  <a:cubicBezTo>
                    <a:pt x="144" y="358"/>
                    <a:pt x="102" y="375"/>
                    <a:pt x="72" y="411"/>
                  </a:cubicBezTo>
                  <a:cubicBezTo>
                    <a:pt x="1" y="483"/>
                    <a:pt x="1" y="590"/>
                    <a:pt x="72" y="649"/>
                  </a:cubicBezTo>
                  <a:lnTo>
                    <a:pt x="441" y="1018"/>
                  </a:lnTo>
                  <a:cubicBezTo>
                    <a:pt x="477" y="1054"/>
                    <a:pt x="513" y="1066"/>
                    <a:pt x="560" y="1066"/>
                  </a:cubicBezTo>
                  <a:cubicBezTo>
                    <a:pt x="608" y="1066"/>
                    <a:pt x="656" y="1054"/>
                    <a:pt x="679" y="1018"/>
                  </a:cubicBezTo>
                  <a:lnTo>
                    <a:pt x="1406" y="292"/>
                  </a:lnTo>
                  <a:cubicBezTo>
                    <a:pt x="1489" y="233"/>
                    <a:pt x="1489" y="125"/>
                    <a:pt x="1406" y="54"/>
                  </a:cubicBezTo>
                  <a:cubicBezTo>
                    <a:pt x="1370" y="18"/>
                    <a:pt x="1325" y="0"/>
                    <a:pt x="128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44"/>
            <p:cNvSpPr/>
            <p:nvPr/>
          </p:nvSpPr>
          <p:spPr>
            <a:xfrm>
              <a:off x="5424419" y="2977336"/>
              <a:ext cx="47283" cy="34168"/>
            </a:xfrm>
            <a:custGeom>
              <a:rect b="b" l="l" r="r" t="t"/>
              <a:pathLst>
                <a:path extrusionOk="0" h="1076" w="1489">
                  <a:moveTo>
                    <a:pt x="1293" y="1"/>
                  </a:moveTo>
                  <a:cubicBezTo>
                    <a:pt x="1250" y="1"/>
                    <a:pt x="1208" y="22"/>
                    <a:pt x="1179" y="63"/>
                  </a:cubicBezTo>
                  <a:lnTo>
                    <a:pt x="572" y="671"/>
                  </a:lnTo>
                  <a:lnTo>
                    <a:pt x="321" y="421"/>
                  </a:lnTo>
                  <a:cubicBezTo>
                    <a:pt x="280" y="379"/>
                    <a:pt x="235" y="358"/>
                    <a:pt x="193" y="358"/>
                  </a:cubicBezTo>
                  <a:cubicBezTo>
                    <a:pt x="152" y="358"/>
                    <a:pt x="113" y="379"/>
                    <a:pt x="83" y="421"/>
                  </a:cubicBezTo>
                  <a:cubicBezTo>
                    <a:pt x="0" y="492"/>
                    <a:pt x="0" y="599"/>
                    <a:pt x="83" y="659"/>
                  </a:cubicBezTo>
                  <a:lnTo>
                    <a:pt x="452" y="1028"/>
                  </a:lnTo>
                  <a:cubicBezTo>
                    <a:pt x="476" y="1052"/>
                    <a:pt x="524" y="1075"/>
                    <a:pt x="572" y="1075"/>
                  </a:cubicBezTo>
                  <a:cubicBezTo>
                    <a:pt x="619" y="1075"/>
                    <a:pt x="655" y="1052"/>
                    <a:pt x="691" y="1028"/>
                  </a:cubicBezTo>
                  <a:lnTo>
                    <a:pt x="1417" y="301"/>
                  </a:lnTo>
                  <a:cubicBezTo>
                    <a:pt x="1488" y="242"/>
                    <a:pt x="1488" y="123"/>
                    <a:pt x="1417" y="63"/>
                  </a:cubicBezTo>
                  <a:cubicBezTo>
                    <a:pt x="1381" y="22"/>
                    <a:pt x="1336" y="1"/>
                    <a:pt x="12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44"/>
            <p:cNvSpPr/>
            <p:nvPr/>
          </p:nvSpPr>
          <p:spPr>
            <a:xfrm>
              <a:off x="5261453" y="3024143"/>
              <a:ext cx="47283" cy="33851"/>
            </a:xfrm>
            <a:custGeom>
              <a:rect b="b" l="l" r="r" t="t"/>
              <a:pathLst>
                <a:path extrusionOk="0" h="1066" w="1489">
                  <a:moveTo>
                    <a:pt x="1289" y="0"/>
                  </a:moveTo>
                  <a:cubicBezTo>
                    <a:pt x="1248" y="0"/>
                    <a:pt x="1209" y="18"/>
                    <a:pt x="1179" y="54"/>
                  </a:cubicBezTo>
                  <a:lnTo>
                    <a:pt x="572" y="673"/>
                  </a:lnTo>
                  <a:lnTo>
                    <a:pt x="310" y="411"/>
                  </a:lnTo>
                  <a:cubicBezTo>
                    <a:pt x="274" y="375"/>
                    <a:pt x="230" y="357"/>
                    <a:pt x="186" y="357"/>
                  </a:cubicBezTo>
                  <a:cubicBezTo>
                    <a:pt x="143" y="357"/>
                    <a:pt x="102" y="375"/>
                    <a:pt x="72" y="411"/>
                  </a:cubicBezTo>
                  <a:cubicBezTo>
                    <a:pt x="0" y="494"/>
                    <a:pt x="0" y="590"/>
                    <a:pt x="72" y="649"/>
                  </a:cubicBezTo>
                  <a:lnTo>
                    <a:pt x="453" y="1030"/>
                  </a:lnTo>
                  <a:cubicBezTo>
                    <a:pt x="477" y="1054"/>
                    <a:pt x="524" y="1066"/>
                    <a:pt x="572" y="1066"/>
                  </a:cubicBezTo>
                  <a:cubicBezTo>
                    <a:pt x="608" y="1066"/>
                    <a:pt x="655" y="1054"/>
                    <a:pt x="691" y="1030"/>
                  </a:cubicBezTo>
                  <a:lnTo>
                    <a:pt x="1417" y="292"/>
                  </a:lnTo>
                  <a:cubicBezTo>
                    <a:pt x="1489" y="220"/>
                    <a:pt x="1489" y="113"/>
                    <a:pt x="1417" y="54"/>
                  </a:cubicBezTo>
                  <a:cubicBezTo>
                    <a:pt x="1376" y="18"/>
                    <a:pt x="1331" y="0"/>
                    <a:pt x="12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44"/>
            <p:cNvSpPr/>
            <p:nvPr/>
          </p:nvSpPr>
          <p:spPr>
            <a:xfrm>
              <a:off x="5424419" y="2884231"/>
              <a:ext cx="47283" cy="33883"/>
            </a:xfrm>
            <a:custGeom>
              <a:rect b="b" l="l" r="r" t="t"/>
              <a:pathLst>
                <a:path extrusionOk="0" h="1067" w="1489">
                  <a:moveTo>
                    <a:pt x="1293" y="1"/>
                  </a:moveTo>
                  <a:cubicBezTo>
                    <a:pt x="1250" y="1"/>
                    <a:pt x="1208" y="19"/>
                    <a:pt x="1179" y="54"/>
                  </a:cubicBezTo>
                  <a:lnTo>
                    <a:pt x="572" y="674"/>
                  </a:lnTo>
                  <a:lnTo>
                    <a:pt x="321" y="412"/>
                  </a:lnTo>
                  <a:cubicBezTo>
                    <a:pt x="280" y="376"/>
                    <a:pt x="235" y="358"/>
                    <a:pt x="193" y="358"/>
                  </a:cubicBezTo>
                  <a:cubicBezTo>
                    <a:pt x="152" y="358"/>
                    <a:pt x="113" y="376"/>
                    <a:pt x="83" y="412"/>
                  </a:cubicBezTo>
                  <a:cubicBezTo>
                    <a:pt x="0" y="495"/>
                    <a:pt x="0" y="590"/>
                    <a:pt x="83" y="650"/>
                  </a:cubicBezTo>
                  <a:lnTo>
                    <a:pt x="452" y="1031"/>
                  </a:lnTo>
                  <a:cubicBezTo>
                    <a:pt x="476" y="1055"/>
                    <a:pt x="524" y="1067"/>
                    <a:pt x="572" y="1067"/>
                  </a:cubicBezTo>
                  <a:cubicBezTo>
                    <a:pt x="619" y="1067"/>
                    <a:pt x="655" y="1055"/>
                    <a:pt x="691" y="1031"/>
                  </a:cubicBezTo>
                  <a:lnTo>
                    <a:pt x="1417" y="293"/>
                  </a:lnTo>
                  <a:cubicBezTo>
                    <a:pt x="1488" y="221"/>
                    <a:pt x="1488" y="114"/>
                    <a:pt x="1417" y="54"/>
                  </a:cubicBezTo>
                  <a:cubicBezTo>
                    <a:pt x="1381" y="19"/>
                    <a:pt x="1336" y="1"/>
                    <a:pt x="1293"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4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Lessons Learned</a:t>
            </a:r>
            <a:endParaRPr/>
          </a:p>
        </p:txBody>
      </p:sp>
      <p:sp>
        <p:nvSpPr>
          <p:cNvPr id="680" name="Google Shape;680;p45"/>
          <p:cNvSpPr txBox="1"/>
          <p:nvPr>
            <p:ph idx="1" type="subTitle"/>
          </p:nvPr>
        </p:nvSpPr>
        <p:spPr>
          <a:xfrm>
            <a:off x="720000" y="2714625"/>
            <a:ext cx="2461500" cy="188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Researching available solutions and reading official documentation.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Conforming provided examples to our use cases.</a:t>
            </a:r>
            <a:endParaRPr/>
          </a:p>
        </p:txBody>
      </p:sp>
      <p:sp>
        <p:nvSpPr>
          <p:cNvPr id="681" name="Google Shape;681;p45"/>
          <p:cNvSpPr txBox="1"/>
          <p:nvPr>
            <p:ph idx="2" type="subTitle"/>
          </p:nvPr>
        </p:nvSpPr>
        <p:spPr>
          <a:xfrm>
            <a:off x="3472033" y="2714625"/>
            <a:ext cx="2461500" cy="188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interfaces to define the contract between the different layers of the system so developers could work in parallel more efficiently.</a:t>
            </a:r>
            <a:endParaRPr/>
          </a:p>
        </p:txBody>
      </p:sp>
      <p:sp>
        <p:nvSpPr>
          <p:cNvPr id="682" name="Google Shape;682;p45"/>
          <p:cNvSpPr txBox="1"/>
          <p:nvPr>
            <p:ph idx="3" type="subTitle"/>
          </p:nvPr>
        </p:nvSpPr>
        <p:spPr>
          <a:xfrm>
            <a:off x="6224075" y="2787750"/>
            <a:ext cx="2461500" cy="181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Maintaining</a:t>
            </a:r>
            <a:r>
              <a:rPr lang="en"/>
              <a:t> constant virtual communication.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Defining consistent meeting times that work for everyone.</a:t>
            </a:r>
            <a:endParaRPr/>
          </a:p>
        </p:txBody>
      </p:sp>
      <p:sp>
        <p:nvSpPr>
          <p:cNvPr id="683" name="Google Shape;683;p45"/>
          <p:cNvSpPr txBox="1"/>
          <p:nvPr>
            <p:ph idx="4" type="subTitle"/>
          </p:nvPr>
        </p:nvSpPr>
        <p:spPr>
          <a:xfrm>
            <a:off x="720000" y="2260050"/>
            <a:ext cx="27243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800"/>
              <a:t>Read Documentation</a:t>
            </a:r>
            <a:endParaRPr sz="1800"/>
          </a:p>
        </p:txBody>
      </p:sp>
      <p:sp>
        <p:nvSpPr>
          <p:cNvPr id="684" name="Google Shape;684;p45"/>
          <p:cNvSpPr txBox="1"/>
          <p:nvPr>
            <p:ph idx="5" type="subTitle"/>
          </p:nvPr>
        </p:nvSpPr>
        <p:spPr>
          <a:xfrm>
            <a:off x="3472023" y="2260050"/>
            <a:ext cx="28782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800"/>
              <a:t>Create Initial Designs</a:t>
            </a:r>
            <a:endParaRPr sz="1800"/>
          </a:p>
        </p:txBody>
      </p:sp>
      <p:sp>
        <p:nvSpPr>
          <p:cNvPr id="685" name="Google Shape;685;p45"/>
          <p:cNvSpPr txBox="1"/>
          <p:nvPr>
            <p:ph idx="6" type="subTitle"/>
          </p:nvPr>
        </p:nvSpPr>
        <p:spPr>
          <a:xfrm>
            <a:off x="6224074" y="2260050"/>
            <a:ext cx="2461500" cy="52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800"/>
              <a:t>Communicate</a:t>
            </a:r>
            <a:endParaRPr sz="1800"/>
          </a:p>
        </p:txBody>
      </p:sp>
      <p:sp>
        <p:nvSpPr>
          <p:cNvPr id="686" name="Google Shape;686;p45"/>
          <p:cNvSpPr/>
          <p:nvPr/>
        </p:nvSpPr>
        <p:spPr>
          <a:xfrm>
            <a:off x="837225" y="1351775"/>
            <a:ext cx="731400" cy="731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687" name="Google Shape;687;p45"/>
          <p:cNvSpPr/>
          <p:nvPr/>
        </p:nvSpPr>
        <p:spPr>
          <a:xfrm>
            <a:off x="3569000" y="1351775"/>
            <a:ext cx="731400" cy="7314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688" name="Google Shape;688;p45"/>
          <p:cNvSpPr/>
          <p:nvPr/>
        </p:nvSpPr>
        <p:spPr>
          <a:xfrm>
            <a:off x="6300775" y="1351775"/>
            <a:ext cx="731400" cy="731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689" name="Google Shape;689;p45"/>
          <p:cNvSpPr/>
          <p:nvPr/>
        </p:nvSpPr>
        <p:spPr>
          <a:xfrm>
            <a:off x="1010586" y="1527392"/>
            <a:ext cx="384698" cy="380170"/>
          </a:xfrm>
          <a:custGeom>
            <a:rect b="b" l="l" r="r" t="t"/>
            <a:pathLst>
              <a:path extrusionOk="0" h="487398" w="493203">
                <a:moveTo>
                  <a:pt x="482769" y="443511"/>
                </a:moveTo>
                <a:lnTo>
                  <a:pt x="474562" y="443511"/>
                </a:lnTo>
                <a:cubicBezTo>
                  <a:pt x="476197" y="440064"/>
                  <a:pt x="477120" y="436256"/>
                  <a:pt x="477120" y="432300"/>
                </a:cubicBezTo>
                <a:lnTo>
                  <a:pt x="477120" y="379384"/>
                </a:lnTo>
                <a:cubicBezTo>
                  <a:pt x="477120" y="375394"/>
                  <a:pt x="473885" y="372160"/>
                  <a:pt x="469895" y="372160"/>
                </a:cubicBezTo>
                <a:cubicBezTo>
                  <a:pt x="465905" y="372160"/>
                  <a:pt x="462671" y="375394"/>
                  <a:pt x="462671" y="379384"/>
                </a:cubicBezTo>
                <a:lnTo>
                  <a:pt x="462671" y="432300"/>
                </a:lnTo>
                <a:cubicBezTo>
                  <a:pt x="462671" y="437254"/>
                  <a:pt x="459529" y="441739"/>
                  <a:pt x="454927" y="443511"/>
                </a:cubicBezTo>
                <a:lnTo>
                  <a:pt x="242843" y="443511"/>
                </a:lnTo>
                <a:cubicBezTo>
                  <a:pt x="238380" y="441840"/>
                  <a:pt x="235091" y="437331"/>
                  <a:pt x="235091" y="432300"/>
                </a:cubicBezTo>
                <a:cubicBezTo>
                  <a:pt x="235091" y="424403"/>
                  <a:pt x="235091" y="293406"/>
                  <a:pt x="235091" y="287507"/>
                </a:cubicBezTo>
                <a:cubicBezTo>
                  <a:pt x="235091" y="281092"/>
                  <a:pt x="240412" y="275502"/>
                  <a:pt x="247097" y="275502"/>
                </a:cubicBezTo>
                <a:lnTo>
                  <a:pt x="252020" y="275502"/>
                </a:lnTo>
                <a:cubicBezTo>
                  <a:pt x="252317" y="279516"/>
                  <a:pt x="252913" y="283742"/>
                  <a:pt x="253658" y="287447"/>
                </a:cubicBezTo>
                <a:cubicBezTo>
                  <a:pt x="249717" y="288517"/>
                  <a:pt x="246806" y="292116"/>
                  <a:pt x="246806" y="296391"/>
                </a:cubicBezTo>
                <a:lnTo>
                  <a:pt x="246806" y="422622"/>
                </a:lnTo>
                <a:cubicBezTo>
                  <a:pt x="246806" y="427737"/>
                  <a:pt x="250967" y="431899"/>
                  <a:pt x="256082" y="431899"/>
                </a:cubicBezTo>
                <a:lnTo>
                  <a:pt x="441680" y="431899"/>
                </a:lnTo>
                <a:cubicBezTo>
                  <a:pt x="446795" y="431899"/>
                  <a:pt x="450956" y="427737"/>
                  <a:pt x="450956" y="422622"/>
                </a:cubicBezTo>
                <a:lnTo>
                  <a:pt x="450956" y="296391"/>
                </a:lnTo>
                <a:cubicBezTo>
                  <a:pt x="450956" y="292116"/>
                  <a:pt x="448045" y="288517"/>
                  <a:pt x="444104" y="287447"/>
                </a:cubicBezTo>
                <a:cubicBezTo>
                  <a:pt x="444914" y="283419"/>
                  <a:pt x="445466" y="279238"/>
                  <a:pt x="445742" y="275502"/>
                </a:cubicBezTo>
                <a:lnTo>
                  <a:pt x="450666" y="275502"/>
                </a:lnTo>
                <a:cubicBezTo>
                  <a:pt x="457286" y="275502"/>
                  <a:pt x="462672" y="280888"/>
                  <a:pt x="462672" y="287507"/>
                </a:cubicBezTo>
                <a:lnTo>
                  <a:pt x="462672" y="345669"/>
                </a:lnTo>
                <a:cubicBezTo>
                  <a:pt x="462672" y="349659"/>
                  <a:pt x="465906" y="352894"/>
                  <a:pt x="469896" y="352894"/>
                </a:cubicBezTo>
                <a:cubicBezTo>
                  <a:pt x="473886" y="352894"/>
                  <a:pt x="477121" y="349659"/>
                  <a:pt x="477121" y="345669"/>
                </a:cubicBezTo>
                <a:lnTo>
                  <a:pt x="477121" y="287507"/>
                </a:lnTo>
                <a:cubicBezTo>
                  <a:pt x="477121" y="272920"/>
                  <a:pt x="465253" y="261053"/>
                  <a:pt x="450666" y="261053"/>
                </a:cubicBezTo>
                <a:lnTo>
                  <a:pt x="445739" y="261053"/>
                </a:lnTo>
                <a:cubicBezTo>
                  <a:pt x="442114" y="211989"/>
                  <a:pt x="401330" y="171150"/>
                  <a:pt x="348882" y="171150"/>
                </a:cubicBezTo>
                <a:cubicBezTo>
                  <a:pt x="296388" y="171150"/>
                  <a:pt x="255644" y="212054"/>
                  <a:pt x="252024" y="261053"/>
                </a:cubicBezTo>
                <a:lnTo>
                  <a:pt x="247098" y="261053"/>
                </a:lnTo>
                <a:cubicBezTo>
                  <a:pt x="245844" y="261053"/>
                  <a:pt x="244613" y="261146"/>
                  <a:pt x="243406" y="261316"/>
                </a:cubicBezTo>
                <a:cubicBezTo>
                  <a:pt x="237527" y="259039"/>
                  <a:pt x="239894" y="259955"/>
                  <a:pt x="227939" y="255326"/>
                </a:cubicBezTo>
                <a:lnTo>
                  <a:pt x="227932" y="236440"/>
                </a:lnTo>
                <a:cubicBezTo>
                  <a:pt x="244064" y="224437"/>
                  <a:pt x="255208" y="206108"/>
                  <a:pt x="257696" y="185159"/>
                </a:cubicBezTo>
                <a:cubicBezTo>
                  <a:pt x="275214" y="182962"/>
                  <a:pt x="290070" y="169007"/>
                  <a:pt x="290070" y="151840"/>
                </a:cubicBezTo>
                <a:cubicBezTo>
                  <a:pt x="290070" y="139976"/>
                  <a:pt x="284022" y="128659"/>
                  <a:pt x="274872" y="122140"/>
                </a:cubicBezTo>
                <a:cubicBezTo>
                  <a:pt x="275778" y="119849"/>
                  <a:pt x="276293" y="117362"/>
                  <a:pt x="276293" y="114751"/>
                </a:cubicBezTo>
                <a:lnTo>
                  <a:pt x="276293" y="59967"/>
                </a:lnTo>
                <a:cubicBezTo>
                  <a:pt x="276293" y="42719"/>
                  <a:pt x="261333" y="30159"/>
                  <a:pt x="246062" y="31337"/>
                </a:cubicBezTo>
                <a:cubicBezTo>
                  <a:pt x="243089" y="31564"/>
                  <a:pt x="240565" y="29831"/>
                  <a:pt x="240052" y="27212"/>
                </a:cubicBezTo>
                <a:cubicBezTo>
                  <a:pt x="236472" y="8901"/>
                  <a:pt x="224941" y="0"/>
                  <a:pt x="204806" y="0"/>
                </a:cubicBezTo>
                <a:lnTo>
                  <a:pt x="193886" y="0"/>
                </a:lnTo>
                <a:cubicBezTo>
                  <a:pt x="189896" y="0"/>
                  <a:pt x="186661" y="3235"/>
                  <a:pt x="186661" y="7225"/>
                </a:cubicBezTo>
                <a:cubicBezTo>
                  <a:pt x="186661" y="11215"/>
                  <a:pt x="189896" y="14449"/>
                  <a:pt x="193886" y="14449"/>
                </a:cubicBezTo>
                <a:lnTo>
                  <a:pt x="204806" y="14449"/>
                </a:lnTo>
                <a:cubicBezTo>
                  <a:pt x="221455" y="14449"/>
                  <a:pt x="224271" y="21798"/>
                  <a:pt x="225872" y="29984"/>
                </a:cubicBezTo>
                <a:cubicBezTo>
                  <a:pt x="227782" y="39756"/>
                  <a:pt x="236938" y="46525"/>
                  <a:pt x="247171" y="45742"/>
                </a:cubicBezTo>
                <a:cubicBezTo>
                  <a:pt x="254262" y="45193"/>
                  <a:pt x="261844" y="51344"/>
                  <a:pt x="261844" y="59966"/>
                </a:cubicBezTo>
                <a:lnTo>
                  <a:pt x="261844" y="114750"/>
                </a:lnTo>
                <a:cubicBezTo>
                  <a:pt x="261844" y="125808"/>
                  <a:pt x="238645" y="120176"/>
                  <a:pt x="238645" y="102996"/>
                </a:cubicBezTo>
                <a:cubicBezTo>
                  <a:pt x="238645" y="99090"/>
                  <a:pt x="235999" y="95696"/>
                  <a:pt x="232204" y="94746"/>
                </a:cubicBezTo>
                <a:cubicBezTo>
                  <a:pt x="228419" y="93798"/>
                  <a:pt x="224491" y="95537"/>
                  <a:pt x="222651" y="98977"/>
                </a:cubicBezTo>
                <a:cubicBezTo>
                  <a:pt x="215785" y="111820"/>
                  <a:pt x="202211" y="120472"/>
                  <a:pt x="186826" y="120472"/>
                </a:cubicBezTo>
                <a:lnTo>
                  <a:pt x="105127" y="120472"/>
                </a:lnTo>
                <a:cubicBezTo>
                  <a:pt x="98208" y="120472"/>
                  <a:pt x="92210" y="114838"/>
                  <a:pt x="92210" y="107555"/>
                </a:cubicBezTo>
                <a:lnTo>
                  <a:pt x="92210" y="55059"/>
                </a:lnTo>
                <a:cubicBezTo>
                  <a:pt x="92210" y="32667"/>
                  <a:pt x="110428" y="14449"/>
                  <a:pt x="132820" y="14449"/>
                </a:cubicBezTo>
                <a:lnTo>
                  <a:pt x="160169" y="14449"/>
                </a:lnTo>
                <a:cubicBezTo>
                  <a:pt x="164159" y="14449"/>
                  <a:pt x="167394" y="11215"/>
                  <a:pt x="167394" y="7225"/>
                </a:cubicBezTo>
                <a:cubicBezTo>
                  <a:pt x="167394" y="3235"/>
                  <a:pt x="164159" y="0"/>
                  <a:pt x="160169" y="0"/>
                </a:cubicBezTo>
                <a:lnTo>
                  <a:pt x="132820" y="0"/>
                </a:lnTo>
                <a:cubicBezTo>
                  <a:pt x="102461" y="0"/>
                  <a:pt x="77761" y="24700"/>
                  <a:pt x="77761" y="55059"/>
                </a:cubicBezTo>
                <a:lnTo>
                  <a:pt x="77761" y="107557"/>
                </a:lnTo>
                <a:cubicBezTo>
                  <a:pt x="77761" y="114913"/>
                  <a:pt x="80684" y="121595"/>
                  <a:pt x="85423" y="126519"/>
                </a:cubicBezTo>
                <a:cubicBezTo>
                  <a:pt x="78740" y="133221"/>
                  <a:pt x="74539" y="142550"/>
                  <a:pt x="74539" y="151840"/>
                </a:cubicBezTo>
                <a:cubicBezTo>
                  <a:pt x="74539" y="169006"/>
                  <a:pt x="89390" y="182963"/>
                  <a:pt x="106907" y="185159"/>
                </a:cubicBezTo>
                <a:cubicBezTo>
                  <a:pt x="108822" y="201448"/>
                  <a:pt x="115963" y="216576"/>
                  <a:pt x="127529" y="228453"/>
                </a:cubicBezTo>
                <a:cubicBezTo>
                  <a:pt x="130601" y="231609"/>
                  <a:pt x="133941" y="234439"/>
                  <a:pt x="137485" y="236971"/>
                </a:cubicBezTo>
                <a:lnTo>
                  <a:pt x="137485" y="255279"/>
                </a:lnTo>
                <a:cubicBezTo>
                  <a:pt x="137030" y="255515"/>
                  <a:pt x="42243" y="292227"/>
                  <a:pt x="41765" y="292412"/>
                </a:cubicBezTo>
                <a:cubicBezTo>
                  <a:pt x="41719" y="292431"/>
                  <a:pt x="41673" y="292449"/>
                  <a:pt x="41626" y="292467"/>
                </a:cubicBezTo>
                <a:cubicBezTo>
                  <a:pt x="21577" y="300718"/>
                  <a:pt x="0" y="324360"/>
                  <a:pt x="0" y="356770"/>
                </a:cubicBezTo>
                <a:lnTo>
                  <a:pt x="0" y="467794"/>
                </a:lnTo>
                <a:cubicBezTo>
                  <a:pt x="0" y="478604"/>
                  <a:pt x="8794" y="487398"/>
                  <a:pt x="19604" y="487398"/>
                </a:cubicBezTo>
                <a:lnTo>
                  <a:pt x="471080" y="487398"/>
                </a:lnTo>
                <a:cubicBezTo>
                  <a:pt x="483279" y="487398"/>
                  <a:pt x="493204" y="477408"/>
                  <a:pt x="493204" y="465129"/>
                </a:cubicBezTo>
                <a:lnTo>
                  <a:pt x="493204" y="453977"/>
                </a:lnTo>
                <a:cubicBezTo>
                  <a:pt x="493204" y="448206"/>
                  <a:pt x="488522" y="443511"/>
                  <a:pt x="482769" y="443511"/>
                </a:cubicBezTo>
                <a:close/>
                <a:moveTo>
                  <a:pt x="204137" y="297953"/>
                </a:moveTo>
                <a:lnTo>
                  <a:pt x="222342" y="278127"/>
                </a:lnTo>
                <a:cubicBezTo>
                  <a:pt x="221249" y="281036"/>
                  <a:pt x="220642" y="284249"/>
                  <a:pt x="220642" y="287507"/>
                </a:cubicBezTo>
                <a:lnTo>
                  <a:pt x="220642" y="307120"/>
                </a:lnTo>
                <a:lnTo>
                  <a:pt x="217659" y="310369"/>
                </a:lnTo>
                <a:close/>
                <a:moveTo>
                  <a:pt x="191616" y="305961"/>
                </a:moveTo>
                <a:lnTo>
                  <a:pt x="191616" y="349233"/>
                </a:lnTo>
                <a:lnTo>
                  <a:pt x="173259" y="349233"/>
                </a:lnTo>
                <a:lnTo>
                  <a:pt x="173259" y="305961"/>
                </a:lnTo>
                <a:cubicBezTo>
                  <a:pt x="173446" y="305743"/>
                  <a:pt x="173936" y="305108"/>
                  <a:pt x="174176" y="304747"/>
                </a:cubicBezTo>
                <a:lnTo>
                  <a:pt x="190699" y="304747"/>
                </a:lnTo>
                <a:cubicBezTo>
                  <a:pt x="190939" y="305108"/>
                  <a:pt x="191431" y="305747"/>
                  <a:pt x="191616" y="305961"/>
                </a:cubicBezTo>
                <a:close/>
                <a:moveTo>
                  <a:pt x="136247" y="271279"/>
                </a:moveTo>
                <a:lnTo>
                  <a:pt x="160739" y="297953"/>
                </a:lnTo>
                <a:lnTo>
                  <a:pt x="147218" y="310369"/>
                </a:lnTo>
                <a:lnTo>
                  <a:pt x="117866" y="278404"/>
                </a:lnTo>
                <a:cubicBezTo>
                  <a:pt x="125631" y="275394"/>
                  <a:pt x="132179" y="272856"/>
                  <a:pt x="136247" y="271279"/>
                </a:cubicBezTo>
                <a:close/>
                <a:moveTo>
                  <a:pt x="283933" y="217210"/>
                </a:moveTo>
                <a:cubicBezTo>
                  <a:pt x="287945" y="220835"/>
                  <a:pt x="292207" y="224088"/>
                  <a:pt x="296681" y="226954"/>
                </a:cubicBezTo>
                <a:cubicBezTo>
                  <a:pt x="293846" y="237390"/>
                  <a:pt x="292066" y="248877"/>
                  <a:pt x="291559" y="261052"/>
                </a:cubicBezTo>
                <a:lnTo>
                  <a:pt x="266538" y="261052"/>
                </a:lnTo>
                <a:cubicBezTo>
                  <a:pt x="267971" y="244590"/>
                  <a:pt x="274247" y="229502"/>
                  <a:pt x="283933" y="217210"/>
                </a:cubicBezTo>
                <a:close/>
                <a:moveTo>
                  <a:pt x="431222" y="261053"/>
                </a:moveTo>
                <a:lnTo>
                  <a:pt x="406201" y="261053"/>
                </a:lnTo>
                <a:cubicBezTo>
                  <a:pt x="405694" y="248877"/>
                  <a:pt x="403914" y="237391"/>
                  <a:pt x="401079" y="226954"/>
                </a:cubicBezTo>
                <a:cubicBezTo>
                  <a:pt x="405553" y="224088"/>
                  <a:pt x="409815" y="220835"/>
                  <a:pt x="413827" y="217210"/>
                </a:cubicBezTo>
                <a:cubicBezTo>
                  <a:pt x="423514" y="229502"/>
                  <a:pt x="429790" y="244590"/>
                  <a:pt x="431222" y="261053"/>
                </a:cubicBezTo>
                <a:close/>
                <a:moveTo>
                  <a:pt x="291560" y="275502"/>
                </a:moveTo>
                <a:cubicBezTo>
                  <a:pt x="292067" y="287678"/>
                  <a:pt x="293847" y="299164"/>
                  <a:pt x="296682" y="309600"/>
                </a:cubicBezTo>
                <a:cubicBezTo>
                  <a:pt x="292215" y="312463"/>
                  <a:pt x="287958" y="315710"/>
                  <a:pt x="283951" y="319329"/>
                </a:cubicBezTo>
                <a:cubicBezTo>
                  <a:pt x="274196" y="307030"/>
                  <a:pt x="267983" y="292093"/>
                  <a:pt x="266540" y="275502"/>
                </a:cubicBezTo>
                <a:close/>
                <a:moveTo>
                  <a:pt x="431222" y="275502"/>
                </a:moveTo>
                <a:cubicBezTo>
                  <a:pt x="429845" y="291333"/>
                  <a:pt x="424032" y="306441"/>
                  <a:pt x="413811" y="319330"/>
                </a:cubicBezTo>
                <a:cubicBezTo>
                  <a:pt x="409804" y="315711"/>
                  <a:pt x="405547" y="312464"/>
                  <a:pt x="401080" y="309600"/>
                </a:cubicBezTo>
                <a:cubicBezTo>
                  <a:pt x="403914" y="299165"/>
                  <a:pt x="405695" y="287678"/>
                  <a:pt x="406202" y="275502"/>
                </a:cubicBezTo>
                <a:close/>
                <a:moveTo>
                  <a:pt x="293878" y="329833"/>
                </a:moveTo>
                <a:cubicBezTo>
                  <a:pt x="296298" y="327666"/>
                  <a:pt x="298834" y="325672"/>
                  <a:pt x="301454" y="323825"/>
                </a:cubicBezTo>
                <a:cubicBezTo>
                  <a:pt x="304110" y="330365"/>
                  <a:pt x="307232" y="336302"/>
                  <a:pt x="310747" y="341512"/>
                </a:cubicBezTo>
                <a:cubicBezTo>
                  <a:pt x="304664" y="338325"/>
                  <a:pt x="299000" y="334391"/>
                  <a:pt x="293878" y="329833"/>
                </a:cubicBezTo>
                <a:close/>
                <a:moveTo>
                  <a:pt x="314184" y="316468"/>
                </a:moveTo>
                <a:cubicBezTo>
                  <a:pt x="322768" y="312496"/>
                  <a:pt x="332023" y="310022"/>
                  <a:pt x="341655" y="309200"/>
                </a:cubicBezTo>
                <a:lnTo>
                  <a:pt x="341655" y="349728"/>
                </a:lnTo>
                <a:cubicBezTo>
                  <a:pt x="330526" y="345933"/>
                  <a:pt x="320710" y="333581"/>
                  <a:pt x="314184" y="316468"/>
                </a:cubicBezTo>
                <a:close/>
                <a:moveTo>
                  <a:pt x="387014" y="341511"/>
                </a:moveTo>
                <a:cubicBezTo>
                  <a:pt x="390529" y="336301"/>
                  <a:pt x="393651" y="330364"/>
                  <a:pt x="396307" y="323824"/>
                </a:cubicBezTo>
                <a:cubicBezTo>
                  <a:pt x="398927" y="325671"/>
                  <a:pt x="401463" y="327666"/>
                  <a:pt x="403883" y="329833"/>
                </a:cubicBezTo>
                <a:cubicBezTo>
                  <a:pt x="398761" y="334391"/>
                  <a:pt x="393097" y="338325"/>
                  <a:pt x="387014" y="341511"/>
                </a:cubicBezTo>
                <a:close/>
                <a:moveTo>
                  <a:pt x="356106" y="349727"/>
                </a:moveTo>
                <a:lnTo>
                  <a:pt x="356106" y="309199"/>
                </a:lnTo>
                <a:cubicBezTo>
                  <a:pt x="365739" y="310021"/>
                  <a:pt x="374993" y="312495"/>
                  <a:pt x="383576" y="316467"/>
                </a:cubicBezTo>
                <a:cubicBezTo>
                  <a:pt x="377051" y="333581"/>
                  <a:pt x="367236" y="345933"/>
                  <a:pt x="356106" y="349727"/>
                </a:cubicBezTo>
                <a:close/>
                <a:moveTo>
                  <a:pt x="387888" y="302533"/>
                </a:moveTo>
                <a:cubicBezTo>
                  <a:pt x="377925" y="298164"/>
                  <a:pt x="367220" y="295504"/>
                  <a:pt x="356106" y="294699"/>
                </a:cubicBezTo>
                <a:lnTo>
                  <a:pt x="356106" y="275501"/>
                </a:lnTo>
                <a:lnTo>
                  <a:pt x="391730" y="275501"/>
                </a:lnTo>
                <a:cubicBezTo>
                  <a:pt x="391277" y="285021"/>
                  <a:pt x="389943" y="294136"/>
                  <a:pt x="387888" y="302533"/>
                </a:cubicBezTo>
                <a:close/>
                <a:moveTo>
                  <a:pt x="356106" y="261053"/>
                </a:moveTo>
                <a:lnTo>
                  <a:pt x="356106" y="241855"/>
                </a:lnTo>
                <a:cubicBezTo>
                  <a:pt x="367219" y="241051"/>
                  <a:pt x="377925" y="238390"/>
                  <a:pt x="387888" y="234022"/>
                </a:cubicBezTo>
                <a:cubicBezTo>
                  <a:pt x="389943" y="242419"/>
                  <a:pt x="391277" y="251533"/>
                  <a:pt x="391730" y="261053"/>
                </a:cubicBezTo>
                <a:close/>
                <a:moveTo>
                  <a:pt x="356106" y="227354"/>
                </a:moveTo>
                <a:lnTo>
                  <a:pt x="356106" y="186827"/>
                </a:lnTo>
                <a:cubicBezTo>
                  <a:pt x="367236" y="190620"/>
                  <a:pt x="377052" y="202973"/>
                  <a:pt x="383576" y="220085"/>
                </a:cubicBezTo>
                <a:cubicBezTo>
                  <a:pt x="374993" y="224059"/>
                  <a:pt x="365738" y="226532"/>
                  <a:pt x="356106" y="227354"/>
                </a:cubicBezTo>
                <a:close/>
                <a:moveTo>
                  <a:pt x="341656" y="227354"/>
                </a:moveTo>
                <a:cubicBezTo>
                  <a:pt x="332023" y="226532"/>
                  <a:pt x="322769" y="224059"/>
                  <a:pt x="314185" y="220085"/>
                </a:cubicBezTo>
                <a:cubicBezTo>
                  <a:pt x="320711" y="202973"/>
                  <a:pt x="330526" y="190621"/>
                  <a:pt x="341656" y="186827"/>
                </a:cubicBezTo>
                <a:close/>
                <a:moveTo>
                  <a:pt x="341656" y="241855"/>
                </a:moveTo>
                <a:lnTo>
                  <a:pt x="341656" y="261053"/>
                </a:lnTo>
                <a:lnTo>
                  <a:pt x="306032" y="261053"/>
                </a:lnTo>
                <a:cubicBezTo>
                  <a:pt x="306485" y="251533"/>
                  <a:pt x="307819" y="242419"/>
                  <a:pt x="309874" y="234022"/>
                </a:cubicBezTo>
                <a:cubicBezTo>
                  <a:pt x="319837" y="238390"/>
                  <a:pt x="330542" y="241051"/>
                  <a:pt x="341656" y="241855"/>
                </a:cubicBezTo>
                <a:close/>
                <a:moveTo>
                  <a:pt x="341656" y="275502"/>
                </a:moveTo>
                <a:lnTo>
                  <a:pt x="341656" y="294700"/>
                </a:lnTo>
                <a:cubicBezTo>
                  <a:pt x="330542" y="295504"/>
                  <a:pt x="319837" y="298165"/>
                  <a:pt x="309873" y="302534"/>
                </a:cubicBezTo>
                <a:cubicBezTo>
                  <a:pt x="307818" y="294137"/>
                  <a:pt x="306484" y="285022"/>
                  <a:pt x="306031" y="275503"/>
                </a:cubicBezTo>
                <a:lnTo>
                  <a:pt x="341656" y="275503"/>
                </a:lnTo>
                <a:close/>
                <a:moveTo>
                  <a:pt x="396307" y="212730"/>
                </a:moveTo>
                <a:cubicBezTo>
                  <a:pt x="393628" y="206135"/>
                  <a:pt x="390476" y="200151"/>
                  <a:pt x="386926" y="194911"/>
                </a:cubicBezTo>
                <a:cubicBezTo>
                  <a:pt x="393091" y="198120"/>
                  <a:pt x="398806" y="202076"/>
                  <a:pt x="403942" y="206670"/>
                </a:cubicBezTo>
                <a:cubicBezTo>
                  <a:pt x="401504" y="208858"/>
                  <a:pt x="398949" y="210868"/>
                  <a:pt x="396307" y="212730"/>
                </a:cubicBezTo>
                <a:close/>
                <a:moveTo>
                  <a:pt x="310836" y="194911"/>
                </a:moveTo>
                <a:cubicBezTo>
                  <a:pt x="307285" y="200152"/>
                  <a:pt x="304134" y="206135"/>
                  <a:pt x="301454" y="212731"/>
                </a:cubicBezTo>
                <a:cubicBezTo>
                  <a:pt x="298812" y="210868"/>
                  <a:pt x="296257" y="208859"/>
                  <a:pt x="293819" y="206671"/>
                </a:cubicBezTo>
                <a:cubicBezTo>
                  <a:pt x="298955" y="202076"/>
                  <a:pt x="304671" y="198120"/>
                  <a:pt x="310836" y="194911"/>
                </a:cubicBezTo>
                <a:close/>
                <a:moveTo>
                  <a:pt x="436507" y="417449"/>
                </a:moveTo>
                <a:lnTo>
                  <a:pt x="261255" y="417449"/>
                </a:lnTo>
                <a:lnTo>
                  <a:pt x="261255" y="310167"/>
                </a:lnTo>
                <a:cubicBezTo>
                  <a:pt x="276920" y="342777"/>
                  <a:pt x="309896" y="365404"/>
                  <a:pt x="348881" y="365404"/>
                </a:cubicBezTo>
                <a:cubicBezTo>
                  <a:pt x="387028" y="365404"/>
                  <a:pt x="420477" y="343541"/>
                  <a:pt x="436507" y="310166"/>
                </a:cubicBezTo>
                <a:close/>
                <a:moveTo>
                  <a:pt x="258239" y="170406"/>
                </a:moveTo>
                <a:lnTo>
                  <a:pt x="258239" y="134811"/>
                </a:lnTo>
                <a:cubicBezTo>
                  <a:pt x="260584" y="134559"/>
                  <a:pt x="263027" y="133808"/>
                  <a:pt x="264908" y="132894"/>
                </a:cubicBezTo>
                <a:cubicBezTo>
                  <a:pt x="271178" y="136409"/>
                  <a:pt x="275618" y="144020"/>
                  <a:pt x="275618" y="151840"/>
                </a:cubicBezTo>
                <a:cubicBezTo>
                  <a:pt x="275618" y="160657"/>
                  <a:pt x="267766" y="168255"/>
                  <a:pt x="258239" y="170406"/>
                </a:cubicBezTo>
                <a:close/>
                <a:moveTo>
                  <a:pt x="88986" y="151840"/>
                </a:moveTo>
                <a:cubicBezTo>
                  <a:pt x="88986" y="145203"/>
                  <a:pt x="93029" y="138037"/>
                  <a:pt x="98705" y="134155"/>
                </a:cubicBezTo>
                <a:cubicBezTo>
                  <a:pt x="102190" y="134998"/>
                  <a:pt x="104919" y="134924"/>
                  <a:pt x="106365" y="134924"/>
                </a:cubicBezTo>
                <a:lnTo>
                  <a:pt x="106365" y="170407"/>
                </a:lnTo>
                <a:cubicBezTo>
                  <a:pt x="96657" y="168215"/>
                  <a:pt x="88986" y="160509"/>
                  <a:pt x="88986" y="151840"/>
                </a:cubicBezTo>
                <a:close/>
                <a:moveTo>
                  <a:pt x="120814" y="176273"/>
                </a:moveTo>
                <a:lnTo>
                  <a:pt x="120814" y="134923"/>
                </a:lnTo>
                <a:lnTo>
                  <a:pt x="186823" y="134923"/>
                </a:lnTo>
                <a:cubicBezTo>
                  <a:pt x="202694" y="134923"/>
                  <a:pt x="217314" y="128122"/>
                  <a:pt x="227445" y="117031"/>
                </a:cubicBezTo>
                <a:cubicBezTo>
                  <a:pt x="230833" y="123927"/>
                  <a:pt x="236639" y="129411"/>
                  <a:pt x="243789" y="132431"/>
                </a:cubicBezTo>
                <a:lnTo>
                  <a:pt x="243789" y="176273"/>
                </a:lnTo>
                <a:cubicBezTo>
                  <a:pt x="243789" y="209608"/>
                  <a:pt x="216620" y="236780"/>
                  <a:pt x="183282" y="236780"/>
                </a:cubicBezTo>
                <a:cubicBezTo>
                  <a:pt x="145451" y="236780"/>
                  <a:pt x="120814" y="207293"/>
                  <a:pt x="120814" y="176273"/>
                </a:cubicBezTo>
                <a:close/>
                <a:moveTo>
                  <a:pt x="213485" y="244867"/>
                </a:moveTo>
                <a:lnTo>
                  <a:pt x="213489" y="255606"/>
                </a:lnTo>
                <a:cubicBezTo>
                  <a:pt x="213496" y="258571"/>
                  <a:pt x="214410" y="261352"/>
                  <a:pt x="216017" y="263651"/>
                </a:cubicBezTo>
                <a:lnTo>
                  <a:pt x="191866" y="289953"/>
                </a:lnTo>
                <a:cubicBezTo>
                  <a:pt x="191764" y="290064"/>
                  <a:pt x="191676" y="290184"/>
                  <a:pt x="191579" y="290298"/>
                </a:cubicBezTo>
                <a:lnTo>
                  <a:pt x="173298" y="290298"/>
                </a:lnTo>
                <a:cubicBezTo>
                  <a:pt x="173200" y="290184"/>
                  <a:pt x="173113" y="290065"/>
                  <a:pt x="173011" y="289954"/>
                </a:cubicBezTo>
                <a:lnTo>
                  <a:pt x="149164" y="263983"/>
                </a:lnTo>
                <a:cubicBezTo>
                  <a:pt x="151003" y="261657"/>
                  <a:pt x="151931" y="258839"/>
                  <a:pt x="151931" y="255545"/>
                </a:cubicBezTo>
                <a:lnTo>
                  <a:pt x="151931" y="245048"/>
                </a:lnTo>
                <a:cubicBezTo>
                  <a:pt x="170879" y="253036"/>
                  <a:pt x="193781" y="253592"/>
                  <a:pt x="213485" y="244867"/>
                </a:cubicBezTo>
                <a:close/>
                <a:moveTo>
                  <a:pt x="66178" y="472949"/>
                </a:moveTo>
                <a:lnTo>
                  <a:pt x="66178" y="365557"/>
                </a:lnTo>
                <a:cubicBezTo>
                  <a:pt x="66178" y="361567"/>
                  <a:pt x="62943" y="358333"/>
                  <a:pt x="58953" y="358333"/>
                </a:cubicBezTo>
                <a:cubicBezTo>
                  <a:pt x="54963" y="358333"/>
                  <a:pt x="51728" y="361567"/>
                  <a:pt x="51728" y="365557"/>
                </a:cubicBezTo>
                <a:lnTo>
                  <a:pt x="51728" y="472949"/>
                </a:lnTo>
                <a:lnTo>
                  <a:pt x="19604" y="472949"/>
                </a:lnTo>
                <a:cubicBezTo>
                  <a:pt x="16761" y="472949"/>
                  <a:pt x="14449" y="470637"/>
                  <a:pt x="14449" y="467794"/>
                </a:cubicBezTo>
                <a:lnTo>
                  <a:pt x="14449" y="356770"/>
                </a:lnTo>
                <a:cubicBezTo>
                  <a:pt x="14449" y="329307"/>
                  <a:pt x="33924" y="311295"/>
                  <a:pt x="47057" y="305857"/>
                </a:cubicBezTo>
                <a:lnTo>
                  <a:pt x="103401" y="284013"/>
                </a:lnTo>
                <a:lnTo>
                  <a:pt x="138204" y="321916"/>
                </a:lnTo>
                <a:cubicBezTo>
                  <a:pt x="142702" y="326815"/>
                  <a:pt x="150316" y="327144"/>
                  <a:pt x="155218" y="322642"/>
                </a:cubicBezTo>
                <a:lnTo>
                  <a:pt x="158811" y="319342"/>
                </a:lnTo>
                <a:lnTo>
                  <a:pt x="158811" y="349588"/>
                </a:lnTo>
                <a:cubicBezTo>
                  <a:pt x="158811" y="357360"/>
                  <a:pt x="165134" y="363683"/>
                  <a:pt x="172905" y="363683"/>
                </a:cubicBezTo>
                <a:lnTo>
                  <a:pt x="191971" y="363683"/>
                </a:lnTo>
                <a:cubicBezTo>
                  <a:pt x="199743" y="363683"/>
                  <a:pt x="206066" y="357360"/>
                  <a:pt x="206066" y="349588"/>
                </a:cubicBezTo>
                <a:lnTo>
                  <a:pt x="206066" y="319342"/>
                </a:lnTo>
                <a:lnTo>
                  <a:pt x="209658" y="322640"/>
                </a:lnTo>
                <a:cubicBezTo>
                  <a:pt x="212732" y="325465"/>
                  <a:pt x="216850" y="326386"/>
                  <a:pt x="220641" y="325476"/>
                </a:cubicBezTo>
                <a:lnTo>
                  <a:pt x="220641" y="432300"/>
                </a:lnTo>
                <a:cubicBezTo>
                  <a:pt x="220641" y="436189"/>
                  <a:pt x="221567" y="440112"/>
                  <a:pt x="223175" y="443511"/>
                </a:cubicBezTo>
                <a:lnTo>
                  <a:pt x="214991" y="443511"/>
                </a:lnTo>
                <a:cubicBezTo>
                  <a:pt x="209238" y="443511"/>
                  <a:pt x="204556" y="448207"/>
                  <a:pt x="204556" y="453978"/>
                </a:cubicBezTo>
                <a:lnTo>
                  <a:pt x="204556" y="465130"/>
                </a:lnTo>
                <a:cubicBezTo>
                  <a:pt x="204556" y="467840"/>
                  <a:pt x="205072" y="470562"/>
                  <a:pt x="205963" y="472949"/>
                </a:cubicBezTo>
                <a:close/>
                <a:moveTo>
                  <a:pt x="478755" y="465129"/>
                </a:moveTo>
                <a:cubicBezTo>
                  <a:pt x="478755" y="469442"/>
                  <a:pt x="475312" y="472949"/>
                  <a:pt x="471080" y="472949"/>
                </a:cubicBezTo>
                <a:lnTo>
                  <a:pt x="226690" y="472949"/>
                </a:lnTo>
                <a:cubicBezTo>
                  <a:pt x="226688" y="472949"/>
                  <a:pt x="226685" y="472949"/>
                  <a:pt x="226681" y="472949"/>
                </a:cubicBezTo>
                <a:cubicBezTo>
                  <a:pt x="222378" y="472949"/>
                  <a:pt x="219006" y="469341"/>
                  <a:pt x="219006" y="465129"/>
                </a:cubicBezTo>
                <a:lnTo>
                  <a:pt x="219006" y="457960"/>
                </a:lnTo>
                <a:lnTo>
                  <a:pt x="478755" y="45796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0" name="Google Shape;690;p45"/>
          <p:cNvSpPr/>
          <p:nvPr/>
        </p:nvSpPr>
        <p:spPr>
          <a:xfrm>
            <a:off x="6474134" y="1525457"/>
            <a:ext cx="384053" cy="384053"/>
          </a:xfrm>
          <a:custGeom>
            <a:rect b="b" l="l" r="r" t="t"/>
            <a:pathLst>
              <a:path extrusionOk="0" h="10102" w="10181">
                <a:moveTo>
                  <a:pt x="2632" y="410"/>
                </a:moveTo>
                <a:lnTo>
                  <a:pt x="4085" y="2863"/>
                </a:lnTo>
                <a:lnTo>
                  <a:pt x="3311" y="3327"/>
                </a:lnTo>
                <a:lnTo>
                  <a:pt x="1858" y="874"/>
                </a:lnTo>
                <a:lnTo>
                  <a:pt x="2632" y="410"/>
                </a:lnTo>
                <a:close/>
                <a:moveTo>
                  <a:pt x="2715" y="0"/>
                </a:moveTo>
                <a:cubicBezTo>
                  <a:pt x="2684" y="0"/>
                  <a:pt x="2655" y="12"/>
                  <a:pt x="2620" y="29"/>
                </a:cubicBezTo>
                <a:lnTo>
                  <a:pt x="1537" y="660"/>
                </a:lnTo>
                <a:cubicBezTo>
                  <a:pt x="1442" y="708"/>
                  <a:pt x="1418" y="827"/>
                  <a:pt x="1477" y="922"/>
                </a:cubicBezTo>
                <a:lnTo>
                  <a:pt x="1573" y="1101"/>
                </a:lnTo>
                <a:lnTo>
                  <a:pt x="1132" y="1339"/>
                </a:lnTo>
                <a:cubicBezTo>
                  <a:pt x="668" y="1577"/>
                  <a:pt x="322" y="1993"/>
                  <a:pt x="168" y="2482"/>
                </a:cubicBezTo>
                <a:cubicBezTo>
                  <a:pt x="1" y="2982"/>
                  <a:pt x="49" y="3506"/>
                  <a:pt x="263" y="3982"/>
                </a:cubicBezTo>
                <a:cubicBezTo>
                  <a:pt x="489" y="4446"/>
                  <a:pt x="1180" y="5220"/>
                  <a:pt x="1692" y="5803"/>
                </a:cubicBezTo>
                <a:cubicBezTo>
                  <a:pt x="1727" y="5839"/>
                  <a:pt x="1787" y="5863"/>
                  <a:pt x="1835" y="5863"/>
                </a:cubicBezTo>
                <a:cubicBezTo>
                  <a:pt x="1870" y="5863"/>
                  <a:pt x="1918" y="5839"/>
                  <a:pt x="1954" y="5815"/>
                </a:cubicBezTo>
                <a:cubicBezTo>
                  <a:pt x="2025" y="5744"/>
                  <a:pt x="2025" y="5637"/>
                  <a:pt x="1965" y="5565"/>
                </a:cubicBezTo>
                <a:cubicBezTo>
                  <a:pt x="1251" y="4768"/>
                  <a:pt x="763" y="4149"/>
                  <a:pt x="596" y="3815"/>
                </a:cubicBezTo>
                <a:cubicBezTo>
                  <a:pt x="203" y="3029"/>
                  <a:pt x="525" y="2065"/>
                  <a:pt x="1299" y="1648"/>
                </a:cubicBezTo>
                <a:lnTo>
                  <a:pt x="1751" y="1410"/>
                </a:lnTo>
                <a:lnTo>
                  <a:pt x="2763" y="3125"/>
                </a:lnTo>
                <a:cubicBezTo>
                  <a:pt x="2668" y="3160"/>
                  <a:pt x="2573" y="3220"/>
                  <a:pt x="2501" y="3303"/>
                </a:cubicBezTo>
                <a:cubicBezTo>
                  <a:pt x="2096" y="3660"/>
                  <a:pt x="2037" y="4232"/>
                  <a:pt x="2346" y="4672"/>
                </a:cubicBezTo>
                <a:cubicBezTo>
                  <a:pt x="2513" y="4887"/>
                  <a:pt x="5299" y="7685"/>
                  <a:pt x="5525" y="7839"/>
                </a:cubicBezTo>
                <a:cubicBezTo>
                  <a:pt x="5704" y="7970"/>
                  <a:pt x="5906" y="8030"/>
                  <a:pt x="6133" y="8030"/>
                </a:cubicBezTo>
                <a:cubicBezTo>
                  <a:pt x="6418" y="8030"/>
                  <a:pt x="6692" y="7911"/>
                  <a:pt x="6907" y="7673"/>
                </a:cubicBezTo>
                <a:cubicBezTo>
                  <a:pt x="6978" y="7601"/>
                  <a:pt x="7038" y="7494"/>
                  <a:pt x="7085" y="7387"/>
                </a:cubicBezTo>
                <a:lnTo>
                  <a:pt x="8800" y="8399"/>
                </a:lnTo>
                <a:lnTo>
                  <a:pt x="8562" y="8863"/>
                </a:lnTo>
                <a:cubicBezTo>
                  <a:pt x="8267" y="9418"/>
                  <a:pt x="7695" y="9741"/>
                  <a:pt x="7107" y="9741"/>
                </a:cubicBezTo>
                <a:cubicBezTo>
                  <a:pt x="6862" y="9741"/>
                  <a:pt x="6614" y="9685"/>
                  <a:pt x="6383" y="9566"/>
                </a:cubicBezTo>
                <a:cubicBezTo>
                  <a:pt x="5764" y="9256"/>
                  <a:pt x="4097" y="7768"/>
                  <a:pt x="2513" y="6113"/>
                </a:cubicBezTo>
                <a:cubicBezTo>
                  <a:pt x="2477" y="6077"/>
                  <a:pt x="2433" y="6059"/>
                  <a:pt x="2388" y="6059"/>
                </a:cubicBezTo>
                <a:cubicBezTo>
                  <a:pt x="2344" y="6059"/>
                  <a:pt x="2299" y="6077"/>
                  <a:pt x="2263" y="6113"/>
                </a:cubicBezTo>
                <a:cubicBezTo>
                  <a:pt x="2192" y="6184"/>
                  <a:pt x="2192" y="6292"/>
                  <a:pt x="2263" y="6363"/>
                </a:cubicBezTo>
                <a:cubicBezTo>
                  <a:pt x="3656" y="7839"/>
                  <a:pt x="5466" y="9518"/>
                  <a:pt x="6240" y="9887"/>
                </a:cubicBezTo>
                <a:cubicBezTo>
                  <a:pt x="6514" y="10030"/>
                  <a:pt x="6811" y="10102"/>
                  <a:pt x="7109" y="10102"/>
                </a:cubicBezTo>
                <a:cubicBezTo>
                  <a:pt x="7323" y="10102"/>
                  <a:pt x="7526" y="10066"/>
                  <a:pt x="7740" y="9994"/>
                </a:cubicBezTo>
                <a:cubicBezTo>
                  <a:pt x="8240" y="9828"/>
                  <a:pt x="8645" y="9494"/>
                  <a:pt x="8883" y="9030"/>
                </a:cubicBezTo>
                <a:lnTo>
                  <a:pt x="9121" y="8578"/>
                </a:lnTo>
                <a:lnTo>
                  <a:pt x="9300" y="8685"/>
                </a:lnTo>
                <a:cubicBezTo>
                  <a:pt x="9335" y="8697"/>
                  <a:pt x="9359" y="8721"/>
                  <a:pt x="9395" y="8721"/>
                </a:cubicBezTo>
                <a:cubicBezTo>
                  <a:pt x="9455" y="8721"/>
                  <a:pt x="9514" y="8685"/>
                  <a:pt x="9538" y="8625"/>
                </a:cubicBezTo>
                <a:lnTo>
                  <a:pt x="10181" y="7542"/>
                </a:lnTo>
                <a:cubicBezTo>
                  <a:pt x="10169" y="7494"/>
                  <a:pt x="10169" y="7447"/>
                  <a:pt x="10169" y="7411"/>
                </a:cubicBezTo>
                <a:cubicBezTo>
                  <a:pt x="10157" y="7363"/>
                  <a:pt x="10121" y="7316"/>
                  <a:pt x="10074" y="7304"/>
                </a:cubicBezTo>
                <a:lnTo>
                  <a:pt x="8871" y="6589"/>
                </a:lnTo>
                <a:cubicBezTo>
                  <a:pt x="8845" y="6574"/>
                  <a:pt x="8816" y="6568"/>
                  <a:pt x="8788" y="6568"/>
                </a:cubicBezTo>
                <a:cubicBezTo>
                  <a:pt x="8725" y="6568"/>
                  <a:pt x="8662" y="6600"/>
                  <a:pt x="8621" y="6649"/>
                </a:cubicBezTo>
                <a:cubicBezTo>
                  <a:pt x="8573" y="6732"/>
                  <a:pt x="8609" y="6839"/>
                  <a:pt x="8681" y="6899"/>
                </a:cubicBezTo>
                <a:lnTo>
                  <a:pt x="9740" y="7530"/>
                </a:lnTo>
                <a:lnTo>
                  <a:pt x="9276" y="8304"/>
                </a:lnTo>
                <a:lnTo>
                  <a:pt x="6823" y="6851"/>
                </a:lnTo>
                <a:lnTo>
                  <a:pt x="7276" y="6077"/>
                </a:lnTo>
                <a:lnTo>
                  <a:pt x="8038" y="6530"/>
                </a:lnTo>
                <a:cubicBezTo>
                  <a:pt x="8064" y="6545"/>
                  <a:pt x="8092" y="6551"/>
                  <a:pt x="8121" y="6551"/>
                </a:cubicBezTo>
                <a:cubicBezTo>
                  <a:pt x="8184" y="6551"/>
                  <a:pt x="8247" y="6519"/>
                  <a:pt x="8288" y="6470"/>
                </a:cubicBezTo>
                <a:cubicBezTo>
                  <a:pt x="8335" y="6375"/>
                  <a:pt x="8312" y="6280"/>
                  <a:pt x="8228" y="6220"/>
                </a:cubicBezTo>
                <a:lnTo>
                  <a:pt x="7311" y="5684"/>
                </a:lnTo>
                <a:cubicBezTo>
                  <a:pt x="7281" y="5662"/>
                  <a:pt x="7251" y="5653"/>
                  <a:pt x="7221" y="5653"/>
                </a:cubicBezTo>
                <a:cubicBezTo>
                  <a:pt x="7203" y="5653"/>
                  <a:pt x="7186" y="5656"/>
                  <a:pt x="7169" y="5661"/>
                </a:cubicBezTo>
                <a:cubicBezTo>
                  <a:pt x="7133" y="5684"/>
                  <a:pt x="7085" y="5708"/>
                  <a:pt x="7073" y="5756"/>
                </a:cubicBezTo>
                <a:lnTo>
                  <a:pt x="6430" y="6839"/>
                </a:lnTo>
                <a:cubicBezTo>
                  <a:pt x="6383" y="6935"/>
                  <a:pt x="6418" y="7030"/>
                  <a:pt x="6490" y="7089"/>
                </a:cubicBezTo>
                <a:lnTo>
                  <a:pt x="6728" y="7244"/>
                </a:lnTo>
                <a:lnTo>
                  <a:pt x="6716" y="7268"/>
                </a:lnTo>
                <a:cubicBezTo>
                  <a:pt x="6680" y="7351"/>
                  <a:pt x="6633" y="7411"/>
                  <a:pt x="6597" y="7470"/>
                </a:cubicBezTo>
                <a:cubicBezTo>
                  <a:pt x="6466" y="7615"/>
                  <a:pt x="6284" y="7692"/>
                  <a:pt x="6098" y="7692"/>
                </a:cubicBezTo>
                <a:cubicBezTo>
                  <a:pt x="5962" y="7692"/>
                  <a:pt x="5825" y="7651"/>
                  <a:pt x="5704" y="7566"/>
                </a:cubicBezTo>
                <a:cubicBezTo>
                  <a:pt x="5514" y="7423"/>
                  <a:pt x="2751" y="4672"/>
                  <a:pt x="2608" y="4470"/>
                </a:cubicBezTo>
                <a:cubicBezTo>
                  <a:pt x="2394" y="4196"/>
                  <a:pt x="2442" y="3815"/>
                  <a:pt x="2716" y="3577"/>
                </a:cubicBezTo>
                <a:cubicBezTo>
                  <a:pt x="2775" y="3541"/>
                  <a:pt x="2835" y="3494"/>
                  <a:pt x="2906" y="3458"/>
                </a:cubicBezTo>
                <a:lnTo>
                  <a:pt x="2930" y="3446"/>
                </a:lnTo>
                <a:lnTo>
                  <a:pt x="3085" y="3684"/>
                </a:lnTo>
                <a:cubicBezTo>
                  <a:pt x="3108" y="3744"/>
                  <a:pt x="3168" y="3779"/>
                  <a:pt x="3228" y="3779"/>
                </a:cubicBezTo>
                <a:cubicBezTo>
                  <a:pt x="3263" y="3779"/>
                  <a:pt x="3287" y="3756"/>
                  <a:pt x="3323" y="3744"/>
                </a:cubicBezTo>
                <a:lnTo>
                  <a:pt x="4406" y="3101"/>
                </a:lnTo>
                <a:cubicBezTo>
                  <a:pt x="4454" y="3077"/>
                  <a:pt x="4478" y="3041"/>
                  <a:pt x="4490" y="3006"/>
                </a:cubicBezTo>
                <a:cubicBezTo>
                  <a:pt x="4513" y="2958"/>
                  <a:pt x="4490" y="2910"/>
                  <a:pt x="4478" y="2863"/>
                </a:cubicBezTo>
                <a:lnTo>
                  <a:pt x="2858" y="100"/>
                </a:lnTo>
                <a:cubicBezTo>
                  <a:pt x="2823" y="53"/>
                  <a:pt x="2799" y="29"/>
                  <a:pt x="2751" y="5"/>
                </a:cubicBezTo>
                <a:cubicBezTo>
                  <a:pt x="2739" y="2"/>
                  <a:pt x="2727" y="0"/>
                  <a:pt x="27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1" name="Google Shape;691;p45"/>
          <p:cNvGrpSpPr/>
          <p:nvPr/>
        </p:nvGrpSpPr>
        <p:grpSpPr>
          <a:xfrm>
            <a:off x="3747627" y="1575459"/>
            <a:ext cx="374154" cy="284050"/>
            <a:chOff x="3963652" y="1999759"/>
            <a:chExt cx="374154" cy="284050"/>
          </a:xfrm>
        </p:grpSpPr>
        <p:sp>
          <p:nvSpPr>
            <p:cNvPr id="692" name="Google Shape;692;p45"/>
            <p:cNvSpPr/>
            <p:nvPr/>
          </p:nvSpPr>
          <p:spPr>
            <a:xfrm>
              <a:off x="4123441" y="2104652"/>
              <a:ext cx="214366" cy="179158"/>
            </a:xfrm>
            <a:custGeom>
              <a:rect b="b" l="l" r="r" t="t"/>
              <a:pathLst>
                <a:path extrusionOk="0" h="5633" w="6740">
                  <a:moveTo>
                    <a:pt x="6573" y="1"/>
                  </a:moveTo>
                  <a:cubicBezTo>
                    <a:pt x="6490" y="1"/>
                    <a:pt x="6395" y="84"/>
                    <a:pt x="6395" y="179"/>
                  </a:cubicBezTo>
                  <a:lnTo>
                    <a:pt x="6395" y="5275"/>
                  </a:lnTo>
                  <a:lnTo>
                    <a:pt x="180" y="5275"/>
                  </a:lnTo>
                  <a:cubicBezTo>
                    <a:pt x="84" y="5275"/>
                    <a:pt x="1" y="5346"/>
                    <a:pt x="1" y="5454"/>
                  </a:cubicBezTo>
                  <a:cubicBezTo>
                    <a:pt x="1" y="5549"/>
                    <a:pt x="72" y="5632"/>
                    <a:pt x="180" y="5632"/>
                  </a:cubicBezTo>
                  <a:lnTo>
                    <a:pt x="6561" y="5632"/>
                  </a:lnTo>
                  <a:cubicBezTo>
                    <a:pt x="6645" y="5632"/>
                    <a:pt x="6740" y="5549"/>
                    <a:pt x="6740" y="5454"/>
                  </a:cubicBezTo>
                  <a:lnTo>
                    <a:pt x="6740" y="179"/>
                  </a:lnTo>
                  <a:cubicBezTo>
                    <a:pt x="6740" y="84"/>
                    <a:pt x="6668" y="1"/>
                    <a:pt x="657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93" name="Google Shape;693;p45"/>
            <p:cNvSpPr/>
            <p:nvPr/>
          </p:nvSpPr>
          <p:spPr>
            <a:xfrm>
              <a:off x="3963652" y="1999759"/>
              <a:ext cx="374154" cy="283669"/>
            </a:xfrm>
            <a:custGeom>
              <a:rect b="b" l="l" r="r" t="t"/>
              <a:pathLst>
                <a:path extrusionOk="0" h="8919" w="11764">
                  <a:moveTo>
                    <a:pt x="1036" y="1"/>
                  </a:moveTo>
                  <a:cubicBezTo>
                    <a:pt x="465" y="1"/>
                    <a:pt x="0" y="465"/>
                    <a:pt x="0" y="1024"/>
                  </a:cubicBezTo>
                  <a:lnTo>
                    <a:pt x="0" y="7847"/>
                  </a:lnTo>
                  <a:cubicBezTo>
                    <a:pt x="0" y="8418"/>
                    <a:pt x="477" y="8918"/>
                    <a:pt x="1072" y="8918"/>
                  </a:cubicBezTo>
                  <a:lnTo>
                    <a:pt x="4513" y="8918"/>
                  </a:lnTo>
                  <a:cubicBezTo>
                    <a:pt x="4608" y="8918"/>
                    <a:pt x="4692" y="8835"/>
                    <a:pt x="4692" y="8740"/>
                  </a:cubicBezTo>
                  <a:cubicBezTo>
                    <a:pt x="4692" y="8644"/>
                    <a:pt x="4620" y="8561"/>
                    <a:pt x="4513" y="8561"/>
                  </a:cubicBezTo>
                  <a:lnTo>
                    <a:pt x="1072" y="8561"/>
                  </a:lnTo>
                  <a:cubicBezTo>
                    <a:pt x="679" y="8561"/>
                    <a:pt x="358" y="8228"/>
                    <a:pt x="358" y="7847"/>
                  </a:cubicBezTo>
                  <a:lnTo>
                    <a:pt x="358" y="7799"/>
                  </a:lnTo>
                  <a:lnTo>
                    <a:pt x="358" y="7763"/>
                  </a:lnTo>
                  <a:cubicBezTo>
                    <a:pt x="405" y="7430"/>
                    <a:pt x="691" y="7168"/>
                    <a:pt x="1036" y="7168"/>
                  </a:cubicBezTo>
                  <a:lnTo>
                    <a:pt x="1358" y="7168"/>
                  </a:lnTo>
                  <a:cubicBezTo>
                    <a:pt x="1453" y="7168"/>
                    <a:pt x="1536" y="7097"/>
                    <a:pt x="1536" y="6990"/>
                  </a:cubicBezTo>
                  <a:cubicBezTo>
                    <a:pt x="1536" y="6906"/>
                    <a:pt x="1465" y="6811"/>
                    <a:pt x="1358" y="6811"/>
                  </a:cubicBezTo>
                  <a:cubicBezTo>
                    <a:pt x="1335" y="6814"/>
                    <a:pt x="1309" y="6815"/>
                    <a:pt x="1278" y="6815"/>
                  </a:cubicBezTo>
                  <a:cubicBezTo>
                    <a:pt x="1232" y="6815"/>
                    <a:pt x="1177" y="6813"/>
                    <a:pt x="1116" y="6813"/>
                  </a:cubicBezTo>
                  <a:cubicBezTo>
                    <a:pt x="905" y="6813"/>
                    <a:pt x="620" y="6839"/>
                    <a:pt x="346" y="7073"/>
                  </a:cubicBezTo>
                  <a:lnTo>
                    <a:pt x="346" y="1013"/>
                  </a:lnTo>
                  <a:cubicBezTo>
                    <a:pt x="346" y="643"/>
                    <a:pt x="655" y="322"/>
                    <a:pt x="1036" y="322"/>
                  </a:cubicBezTo>
                  <a:lnTo>
                    <a:pt x="2465" y="322"/>
                  </a:lnTo>
                  <a:lnTo>
                    <a:pt x="2465" y="6811"/>
                  </a:lnTo>
                  <a:lnTo>
                    <a:pt x="2048" y="6811"/>
                  </a:lnTo>
                  <a:cubicBezTo>
                    <a:pt x="1953" y="6811"/>
                    <a:pt x="1870" y="6894"/>
                    <a:pt x="1870" y="6990"/>
                  </a:cubicBezTo>
                  <a:cubicBezTo>
                    <a:pt x="1870" y="7085"/>
                    <a:pt x="1941" y="7168"/>
                    <a:pt x="2048" y="7168"/>
                  </a:cubicBezTo>
                  <a:lnTo>
                    <a:pt x="2620" y="7168"/>
                  </a:lnTo>
                  <a:cubicBezTo>
                    <a:pt x="2715" y="7168"/>
                    <a:pt x="2798" y="7097"/>
                    <a:pt x="2798" y="6990"/>
                  </a:cubicBezTo>
                  <a:lnTo>
                    <a:pt x="2798" y="1191"/>
                  </a:lnTo>
                  <a:lnTo>
                    <a:pt x="11407" y="1191"/>
                  </a:lnTo>
                  <a:lnTo>
                    <a:pt x="11407" y="2763"/>
                  </a:lnTo>
                  <a:cubicBezTo>
                    <a:pt x="11407" y="2858"/>
                    <a:pt x="11478" y="2941"/>
                    <a:pt x="11585" y="2941"/>
                  </a:cubicBezTo>
                  <a:cubicBezTo>
                    <a:pt x="11669" y="2941"/>
                    <a:pt x="11764" y="2870"/>
                    <a:pt x="11764" y="2763"/>
                  </a:cubicBezTo>
                  <a:lnTo>
                    <a:pt x="11764" y="1024"/>
                  </a:lnTo>
                  <a:cubicBezTo>
                    <a:pt x="11764" y="941"/>
                    <a:pt x="11692" y="858"/>
                    <a:pt x="11597" y="858"/>
                  </a:cubicBezTo>
                  <a:lnTo>
                    <a:pt x="2822" y="858"/>
                  </a:lnTo>
                  <a:lnTo>
                    <a:pt x="2822" y="179"/>
                  </a:lnTo>
                  <a:cubicBezTo>
                    <a:pt x="2822" y="84"/>
                    <a:pt x="2739" y="1"/>
                    <a:pt x="2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94" name="Google Shape;694;p45"/>
            <p:cNvSpPr/>
            <p:nvPr/>
          </p:nvSpPr>
          <p:spPr>
            <a:xfrm>
              <a:off x="4069309" y="2061874"/>
              <a:ext cx="234435" cy="182911"/>
            </a:xfrm>
            <a:custGeom>
              <a:rect b="b" l="l" r="r" t="t"/>
              <a:pathLst>
                <a:path extrusionOk="0" h="5751" w="7371">
                  <a:moveTo>
                    <a:pt x="5477" y="357"/>
                  </a:moveTo>
                  <a:lnTo>
                    <a:pt x="5477" y="1631"/>
                  </a:lnTo>
                  <a:lnTo>
                    <a:pt x="3013" y="1631"/>
                  </a:lnTo>
                  <a:lnTo>
                    <a:pt x="3013" y="357"/>
                  </a:lnTo>
                  <a:close/>
                  <a:moveTo>
                    <a:pt x="2667" y="3036"/>
                  </a:moveTo>
                  <a:lnTo>
                    <a:pt x="2667" y="5394"/>
                  </a:lnTo>
                  <a:lnTo>
                    <a:pt x="1643" y="5394"/>
                  </a:lnTo>
                  <a:cubicBezTo>
                    <a:pt x="929" y="5394"/>
                    <a:pt x="358" y="4822"/>
                    <a:pt x="358" y="4120"/>
                  </a:cubicBezTo>
                  <a:lnTo>
                    <a:pt x="358" y="3036"/>
                  </a:lnTo>
                  <a:close/>
                  <a:moveTo>
                    <a:pt x="7013" y="334"/>
                  </a:moveTo>
                  <a:lnTo>
                    <a:pt x="7013" y="5394"/>
                  </a:lnTo>
                  <a:lnTo>
                    <a:pt x="3013" y="5394"/>
                  </a:lnTo>
                  <a:lnTo>
                    <a:pt x="3013" y="1977"/>
                  </a:lnTo>
                  <a:lnTo>
                    <a:pt x="5656" y="1977"/>
                  </a:lnTo>
                  <a:cubicBezTo>
                    <a:pt x="5751" y="1977"/>
                    <a:pt x="5834" y="1905"/>
                    <a:pt x="5834" y="1798"/>
                  </a:cubicBezTo>
                  <a:lnTo>
                    <a:pt x="5834" y="334"/>
                  </a:lnTo>
                  <a:close/>
                  <a:moveTo>
                    <a:pt x="179" y="0"/>
                  </a:moveTo>
                  <a:cubicBezTo>
                    <a:pt x="96" y="0"/>
                    <a:pt x="0" y="72"/>
                    <a:pt x="0" y="179"/>
                  </a:cubicBezTo>
                  <a:lnTo>
                    <a:pt x="0" y="4120"/>
                  </a:lnTo>
                  <a:cubicBezTo>
                    <a:pt x="0" y="5025"/>
                    <a:pt x="727" y="5751"/>
                    <a:pt x="1643" y="5751"/>
                  </a:cubicBezTo>
                  <a:lnTo>
                    <a:pt x="7192" y="5751"/>
                  </a:lnTo>
                  <a:cubicBezTo>
                    <a:pt x="7275" y="5751"/>
                    <a:pt x="7370" y="5679"/>
                    <a:pt x="7370" y="5572"/>
                  </a:cubicBezTo>
                  <a:lnTo>
                    <a:pt x="7370" y="179"/>
                  </a:lnTo>
                  <a:cubicBezTo>
                    <a:pt x="7358" y="72"/>
                    <a:pt x="7275" y="0"/>
                    <a:pt x="7192" y="0"/>
                  </a:cubicBezTo>
                  <a:lnTo>
                    <a:pt x="2024" y="0"/>
                  </a:lnTo>
                  <a:cubicBezTo>
                    <a:pt x="1941" y="0"/>
                    <a:pt x="1846" y="72"/>
                    <a:pt x="1846" y="179"/>
                  </a:cubicBezTo>
                  <a:cubicBezTo>
                    <a:pt x="1846" y="262"/>
                    <a:pt x="1917" y="357"/>
                    <a:pt x="2024" y="357"/>
                  </a:cubicBezTo>
                  <a:lnTo>
                    <a:pt x="2667" y="357"/>
                  </a:lnTo>
                  <a:lnTo>
                    <a:pt x="2667" y="2691"/>
                  </a:lnTo>
                  <a:lnTo>
                    <a:pt x="358" y="2691"/>
                  </a:lnTo>
                  <a:lnTo>
                    <a:pt x="358" y="357"/>
                  </a:lnTo>
                  <a:lnTo>
                    <a:pt x="1322" y="357"/>
                  </a:lnTo>
                  <a:cubicBezTo>
                    <a:pt x="1417" y="357"/>
                    <a:pt x="1501" y="274"/>
                    <a:pt x="1501" y="179"/>
                  </a:cubicBezTo>
                  <a:cubicBezTo>
                    <a:pt x="1501" y="84"/>
                    <a:pt x="1429" y="0"/>
                    <a:pt x="132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46"/>
          <p:cNvSpPr/>
          <p:nvPr/>
        </p:nvSpPr>
        <p:spPr>
          <a:xfrm>
            <a:off x="4932700" y="1351775"/>
            <a:ext cx="731400" cy="731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700" name="Google Shape;700;p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Future Improvements</a:t>
            </a:r>
            <a:endParaRPr/>
          </a:p>
        </p:txBody>
      </p:sp>
      <p:sp>
        <p:nvSpPr>
          <p:cNvPr id="701" name="Google Shape;701;p46"/>
          <p:cNvSpPr txBox="1"/>
          <p:nvPr>
            <p:ph idx="1" type="subTitle"/>
          </p:nvPr>
        </p:nvSpPr>
        <p:spPr>
          <a:xfrm>
            <a:off x="4841848" y="2723200"/>
            <a:ext cx="3378600" cy="167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initially had hoped to render the target website into the scrapegoat website, with hover and overlay features, allowing users to avoid using the browser inspect tools. This functionality would require complex DOM rebuilding which is out of the scope of the term.</a:t>
            </a:r>
            <a:endParaRPr/>
          </a:p>
        </p:txBody>
      </p:sp>
      <p:sp>
        <p:nvSpPr>
          <p:cNvPr id="702" name="Google Shape;702;p46"/>
          <p:cNvSpPr txBox="1"/>
          <p:nvPr>
            <p:ph idx="2" type="subTitle"/>
          </p:nvPr>
        </p:nvSpPr>
        <p:spPr>
          <a:xfrm>
            <a:off x="923550" y="2723200"/>
            <a:ext cx="3378600" cy="167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Although we had the idea of being able to set automatic scraping jobs using specific configs, it ended up being out of scope for this term.</a:t>
            </a:r>
            <a:endParaRPr/>
          </a:p>
        </p:txBody>
      </p:sp>
      <p:sp>
        <p:nvSpPr>
          <p:cNvPr id="703" name="Google Shape;703;p46"/>
          <p:cNvSpPr txBox="1"/>
          <p:nvPr>
            <p:ph idx="3" type="subTitle"/>
          </p:nvPr>
        </p:nvSpPr>
        <p:spPr>
          <a:xfrm>
            <a:off x="923550" y="2235575"/>
            <a:ext cx="3378600" cy="55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CRON Jobs</a:t>
            </a:r>
            <a:endParaRPr/>
          </a:p>
        </p:txBody>
      </p:sp>
      <p:sp>
        <p:nvSpPr>
          <p:cNvPr id="704" name="Google Shape;704;p46"/>
          <p:cNvSpPr txBox="1"/>
          <p:nvPr>
            <p:ph idx="4" type="subTitle"/>
          </p:nvPr>
        </p:nvSpPr>
        <p:spPr>
          <a:xfrm>
            <a:off x="4841846" y="2235575"/>
            <a:ext cx="3378600" cy="55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Web Representation</a:t>
            </a:r>
            <a:endParaRPr/>
          </a:p>
        </p:txBody>
      </p:sp>
      <p:sp>
        <p:nvSpPr>
          <p:cNvPr id="705" name="Google Shape;705;p46"/>
          <p:cNvSpPr/>
          <p:nvPr/>
        </p:nvSpPr>
        <p:spPr>
          <a:xfrm>
            <a:off x="1040775" y="1351775"/>
            <a:ext cx="731400" cy="731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grpSp>
        <p:nvGrpSpPr>
          <p:cNvPr id="706" name="Google Shape;706;p46"/>
          <p:cNvGrpSpPr/>
          <p:nvPr/>
        </p:nvGrpSpPr>
        <p:grpSpPr>
          <a:xfrm>
            <a:off x="5112960" y="1525248"/>
            <a:ext cx="370886" cy="384453"/>
            <a:chOff x="6176532" y="4638632"/>
            <a:chExt cx="475800" cy="493204"/>
          </a:xfrm>
        </p:grpSpPr>
        <p:sp>
          <p:nvSpPr>
            <p:cNvPr id="707" name="Google Shape;707;p46"/>
            <p:cNvSpPr/>
            <p:nvPr/>
          </p:nvSpPr>
          <p:spPr>
            <a:xfrm>
              <a:off x="6176532" y="4638632"/>
              <a:ext cx="475800" cy="493204"/>
            </a:xfrm>
            <a:custGeom>
              <a:rect b="b" l="l" r="r" t="t"/>
              <a:pathLst>
                <a:path extrusionOk="0" h="493204" w="475800">
                  <a:moveTo>
                    <a:pt x="441824" y="397642"/>
                  </a:moveTo>
                  <a:cubicBezTo>
                    <a:pt x="460559" y="397642"/>
                    <a:pt x="475800" y="382401"/>
                    <a:pt x="475800" y="363666"/>
                  </a:cubicBezTo>
                  <a:lnTo>
                    <a:pt x="475800" y="87046"/>
                  </a:lnTo>
                  <a:cubicBezTo>
                    <a:pt x="475800" y="68311"/>
                    <a:pt x="460559" y="53069"/>
                    <a:pt x="441824" y="53069"/>
                  </a:cubicBezTo>
                  <a:lnTo>
                    <a:pt x="402092" y="53069"/>
                  </a:lnTo>
                  <a:cubicBezTo>
                    <a:pt x="402092" y="36601"/>
                    <a:pt x="402092" y="25490"/>
                    <a:pt x="402092" y="11074"/>
                  </a:cubicBezTo>
                  <a:cubicBezTo>
                    <a:pt x="402092" y="4968"/>
                    <a:pt x="397124" y="0"/>
                    <a:pt x="391018" y="0"/>
                  </a:cubicBezTo>
                  <a:cubicBezTo>
                    <a:pt x="380066" y="0"/>
                    <a:pt x="96041" y="0"/>
                    <a:pt x="84782" y="0"/>
                  </a:cubicBezTo>
                  <a:cubicBezTo>
                    <a:pt x="78676" y="0"/>
                    <a:pt x="73709" y="4968"/>
                    <a:pt x="73709" y="11074"/>
                  </a:cubicBezTo>
                  <a:lnTo>
                    <a:pt x="73709" y="41652"/>
                  </a:lnTo>
                  <a:lnTo>
                    <a:pt x="73709" y="53069"/>
                  </a:lnTo>
                  <a:lnTo>
                    <a:pt x="33977" y="53069"/>
                  </a:lnTo>
                  <a:cubicBezTo>
                    <a:pt x="15242" y="53069"/>
                    <a:pt x="0" y="68311"/>
                    <a:pt x="0" y="87046"/>
                  </a:cubicBezTo>
                  <a:lnTo>
                    <a:pt x="0" y="363665"/>
                  </a:lnTo>
                  <a:cubicBezTo>
                    <a:pt x="0" y="382400"/>
                    <a:pt x="15242" y="397641"/>
                    <a:pt x="33977" y="397641"/>
                  </a:cubicBezTo>
                  <a:lnTo>
                    <a:pt x="187472" y="397641"/>
                  </a:lnTo>
                  <a:lnTo>
                    <a:pt x="187472" y="417594"/>
                  </a:lnTo>
                  <a:cubicBezTo>
                    <a:pt x="187472" y="425989"/>
                    <a:pt x="183435" y="433898"/>
                    <a:pt x="176935" y="438234"/>
                  </a:cubicBezTo>
                  <a:lnTo>
                    <a:pt x="159601" y="449796"/>
                  </a:lnTo>
                  <a:lnTo>
                    <a:pt x="145847" y="449796"/>
                  </a:lnTo>
                  <a:cubicBezTo>
                    <a:pt x="136746" y="449796"/>
                    <a:pt x="129340" y="457202"/>
                    <a:pt x="129340" y="466304"/>
                  </a:cubicBezTo>
                  <a:lnTo>
                    <a:pt x="129340" y="476697"/>
                  </a:lnTo>
                  <a:cubicBezTo>
                    <a:pt x="129340" y="485799"/>
                    <a:pt x="136746" y="493205"/>
                    <a:pt x="145847" y="493205"/>
                  </a:cubicBezTo>
                  <a:lnTo>
                    <a:pt x="221044" y="493205"/>
                  </a:lnTo>
                  <a:cubicBezTo>
                    <a:pt x="225035" y="493205"/>
                    <a:pt x="228268" y="489971"/>
                    <a:pt x="228268" y="485980"/>
                  </a:cubicBezTo>
                  <a:cubicBezTo>
                    <a:pt x="228268" y="481989"/>
                    <a:pt x="225035" y="478756"/>
                    <a:pt x="221044" y="478756"/>
                  </a:cubicBezTo>
                  <a:lnTo>
                    <a:pt x="145847" y="478756"/>
                  </a:lnTo>
                  <a:cubicBezTo>
                    <a:pt x="144712" y="478756"/>
                    <a:pt x="143789" y="477832"/>
                    <a:pt x="143789" y="476697"/>
                  </a:cubicBezTo>
                  <a:lnTo>
                    <a:pt x="143789" y="466304"/>
                  </a:lnTo>
                  <a:cubicBezTo>
                    <a:pt x="143789" y="465169"/>
                    <a:pt x="144712" y="464246"/>
                    <a:pt x="145847" y="464246"/>
                  </a:cubicBezTo>
                  <a:lnTo>
                    <a:pt x="329954" y="464246"/>
                  </a:lnTo>
                  <a:cubicBezTo>
                    <a:pt x="331089" y="464246"/>
                    <a:pt x="332013" y="465169"/>
                    <a:pt x="332013" y="466304"/>
                  </a:cubicBezTo>
                  <a:lnTo>
                    <a:pt x="332013" y="476697"/>
                  </a:lnTo>
                  <a:cubicBezTo>
                    <a:pt x="332013" y="477832"/>
                    <a:pt x="331089" y="478756"/>
                    <a:pt x="329954" y="478756"/>
                  </a:cubicBezTo>
                  <a:lnTo>
                    <a:pt x="254758" y="478756"/>
                  </a:lnTo>
                  <a:cubicBezTo>
                    <a:pt x="250767" y="478756"/>
                    <a:pt x="247533" y="481989"/>
                    <a:pt x="247533" y="485980"/>
                  </a:cubicBezTo>
                  <a:cubicBezTo>
                    <a:pt x="247533" y="489971"/>
                    <a:pt x="250767" y="493205"/>
                    <a:pt x="254758" y="493205"/>
                  </a:cubicBezTo>
                  <a:lnTo>
                    <a:pt x="329954" y="493205"/>
                  </a:lnTo>
                  <a:cubicBezTo>
                    <a:pt x="339056" y="493205"/>
                    <a:pt x="346462" y="485799"/>
                    <a:pt x="346462" y="476697"/>
                  </a:cubicBezTo>
                  <a:lnTo>
                    <a:pt x="346462" y="466304"/>
                  </a:lnTo>
                  <a:cubicBezTo>
                    <a:pt x="346462" y="457202"/>
                    <a:pt x="339056" y="449796"/>
                    <a:pt x="329954" y="449796"/>
                  </a:cubicBezTo>
                  <a:lnTo>
                    <a:pt x="316201" y="449796"/>
                  </a:lnTo>
                  <a:lnTo>
                    <a:pt x="298866" y="438234"/>
                  </a:lnTo>
                  <a:cubicBezTo>
                    <a:pt x="292366" y="433898"/>
                    <a:pt x="288329" y="425989"/>
                    <a:pt x="288329" y="417594"/>
                  </a:cubicBezTo>
                  <a:lnTo>
                    <a:pt x="288329" y="397641"/>
                  </a:lnTo>
                  <a:lnTo>
                    <a:pt x="441824" y="397641"/>
                  </a:lnTo>
                  <a:close/>
                  <a:moveTo>
                    <a:pt x="129961" y="14449"/>
                  </a:moveTo>
                  <a:lnTo>
                    <a:pt x="387643" y="14449"/>
                  </a:lnTo>
                  <a:lnTo>
                    <a:pt x="387643" y="34428"/>
                  </a:lnTo>
                  <a:lnTo>
                    <a:pt x="129961" y="34428"/>
                  </a:lnTo>
                  <a:close/>
                  <a:moveTo>
                    <a:pt x="88158" y="14449"/>
                  </a:moveTo>
                  <a:lnTo>
                    <a:pt x="115512" y="14449"/>
                  </a:lnTo>
                  <a:lnTo>
                    <a:pt x="115512" y="34428"/>
                  </a:lnTo>
                  <a:lnTo>
                    <a:pt x="88158" y="34428"/>
                  </a:lnTo>
                  <a:close/>
                  <a:moveTo>
                    <a:pt x="88158" y="48877"/>
                  </a:moveTo>
                  <a:lnTo>
                    <a:pt x="387643" y="48877"/>
                  </a:lnTo>
                  <a:lnTo>
                    <a:pt x="387643" y="354235"/>
                  </a:lnTo>
                  <a:lnTo>
                    <a:pt x="88158" y="354235"/>
                  </a:lnTo>
                  <a:cubicBezTo>
                    <a:pt x="88158" y="336886"/>
                    <a:pt x="88158" y="65928"/>
                    <a:pt x="88158" y="48877"/>
                  </a:cubicBezTo>
                  <a:close/>
                  <a:moveTo>
                    <a:pt x="290177" y="449796"/>
                  </a:moveTo>
                  <a:lnTo>
                    <a:pt x="185623" y="449796"/>
                  </a:lnTo>
                  <a:cubicBezTo>
                    <a:pt x="195842" y="442648"/>
                    <a:pt x="201921" y="430672"/>
                    <a:pt x="201921" y="417594"/>
                  </a:cubicBezTo>
                  <a:lnTo>
                    <a:pt x="201921" y="397641"/>
                  </a:lnTo>
                  <a:lnTo>
                    <a:pt x="273879" y="397641"/>
                  </a:lnTo>
                  <a:lnTo>
                    <a:pt x="273879" y="417594"/>
                  </a:lnTo>
                  <a:cubicBezTo>
                    <a:pt x="273880" y="430673"/>
                    <a:pt x="279956" y="442649"/>
                    <a:pt x="290177" y="449796"/>
                  </a:cubicBezTo>
                  <a:close/>
                  <a:moveTo>
                    <a:pt x="33977" y="383193"/>
                  </a:moveTo>
                  <a:cubicBezTo>
                    <a:pt x="23208" y="383193"/>
                    <a:pt x="14449" y="374433"/>
                    <a:pt x="14449" y="363666"/>
                  </a:cubicBezTo>
                  <a:lnTo>
                    <a:pt x="14449" y="87046"/>
                  </a:lnTo>
                  <a:cubicBezTo>
                    <a:pt x="14449" y="76278"/>
                    <a:pt x="23209" y="67518"/>
                    <a:pt x="33977" y="67518"/>
                  </a:cubicBezTo>
                  <a:lnTo>
                    <a:pt x="73709" y="67518"/>
                  </a:lnTo>
                  <a:lnTo>
                    <a:pt x="73709" y="82028"/>
                  </a:lnTo>
                  <a:lnTo>
                    <a:pt x="40031" y="82028"/>
                  </a:lnTo>
                  <a:cubicBezTo>
                    <a:pt x="33925" y="82028"/>
                    <a:pt x="28958" y="86996"/>
                    <a:pt x="28958" y="93102"/>
                  </a:cubicBezTo>
                  <a:lnTo>
                    <a:pt x="28958" y="357611"/>
                  </a:lnTo>
                  <a:cubicBezTo>
                    <a:pt x="28958" y="363717"/>
                    <a:pt x="33925" y="368685"/>
                    <a:pt x="40031" y="368685"/>
                  </a:cubicBezTo>
                  <a:lnTo>
                    <a:pt x="435769" y="368685"/>
                  </a:lnTo>
                  <a:cubicBezTo>
                    <a:pt x="441875" y="368685"/>
                    <a:pt x="446843" y="363717"/>
                    <a:pt x="446843" y="357611"/>
                  </a:cubicBezTo>
                  <a:lnTo>
                    <a:pt x="446843" y="242213"/>
                  </a:lnTo>
                  <a:cubicBezTo>
                    <a:pt x="446843" y="238222"/>
                    <a:pt x="443609" y="234988"/>
                    <a:pt x="439618" y="234988"/>
                  </a:cubicBezTo>
                  <a:cubicBezTo>
                    <a:pt x="435627" y="234988"/>
                    <a:pt x="432394" y="238222"/>
                    <a:pt x="432394" y="242213"/>
                  </a:cubicBezTo>
                  <a:lnTo>
                    <a:pt x="432394" y="354235"/>
                  </a:lnTo>
                  <a:lnTo>
                    <a:pt x="402092" y="354235"/>
                  </a:lnTo>
                  <a:lnTo>
                    <a:pt x="402092" y="96477"/>
                  </a:lnTo>
                  <a:lnTo>
                    <a:pt x="432394" y="96477"/>
                  </a:lnTo>
                  <a:lnTo>
                    <a:pt x="432394" y="208498"/>
                  </a:lnTo>
                  <a:cubicBezTo>
                    <a:pt x="432394" y="212489"/>
                    <a:pt x="435627" y="215722"/>
                    <a:pt x="439618" y="215722"/>
                  </a:cubicBezTo>
                  <a:cubicBezTo>
                    <a:pt x="443609" y="215722"/>
                    <a:pt x="446843" y="212489"/>
                    <a:pt x="446843" y="208498"/>
                  </a:cubicBezTo>
                  <a:lnTo>
                    <a:pt x="446843" y="93100"/>
                  </a:lnTo>
                  <a:cubicBezTo>
                    <a:pt x="446843" y="86994"/>
                    <a:pt x="441875" y="82027"/>
                    <a:pt x="435769" y="82027"/>
                  </a:cubicBezTo>
                  <a:lnTo>
                    <a:pt x="402092" y="82027"/>
                  </a:lnTo>
                  <a:lnTo>
                    <a:pt x="402092" y="67518"/>
                  </a:lnTo>
                  <a:lnTo>
                    <a:pt x="441824" y="67518"/>
                  </a:lnTo>
                  <a:cubicBezTo>
                    <a:pt x="452592" y="67518"/>
                    <a:pt x="461351" y="76279"/>
                    <a:pt x="461351" y="87046"/>
                  </a:cubicBezTo>
                  <a:lnTo>
                    <a:pt x="461351" y="363665"/>
                  </a:lnTo>
                  <a:cubicBezTo>
                    <a:pt x="461351" y="374433"/>
                    <a:pt x="452591" y="383192"/>
                    <a:pt x="441824" y="383192"/>
                  </a:cubicBezTo>
                  <a:cubicBezTo>
                    <a:pt x="431206" y="383193"/>
                    <a:pt x="45016" y="383193"/>
                    <a:pt x="33977" y="383193"/>
                  </a:cubicBezTo>
                  <a:close/>
                  <a:moveTo>
                    <a:pt x="73709" y="96477"/>
                  </a:moveTo>
                  <a:lnTo>
                    <a:pt x="73709" y="354235"/>
                  </a:lnTo>
                  <a:lnTo>
                    <a:pt x="43407" y="354235"/>
                  </a:lnTo>
                  <a:lnTo>
                    <a:pt x="43407" y="96477"/>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8" name="Google Shape;708;p46"/>
            <p:cNvSpPr/>
            <p:nvPr/>
          </p:nvSpPr>
          <p:spPr>
            <a:xfrm>
              <a:off x="6287386" y="4775594"/>
              <a:ext cx="254091" cy="125376"/>
            </a:xfrm>
            <a:custGeom>
              <a:rect b="b" l="l" r="r" t="t"/>
              <a:pathLst>
                <a:path extrusionOk="0" h="125376" w="254091">
                  <a:moveTo>
                    <a:pt x="234617" y="0"/>
                  </a:moveTo>
                  <a:lnTo>
                    <a:pt x="19474" y="0"/>
                  </a:lnTo>
                  <a:cubicBezTo>
                    <a:pt x="8736" y="0"/>
                    <a:pt x="0" y="8735"/>
                    <a:pt x="0" y="19474"/>
                  </a:cubicBezTo>
                  <a:lnTo>
                    <a:pt x="0" y="105901"/>
                  </a:lnTo>
                  <a:cubicBezTo>
                    <a:pt x="0" y="116639"/>
                    <a:pt x="8735" y="125376"/>
                    <a:pt x="19474" y="125376"/>
                  </a:cubicBezTo>
                  <a:lnTo>
                    <a:pt x="234617" y="125376"/>
                  </a:lnTo>
                  <a:cubicBezTo>
                    <a:pt x="245355" y="125376"/>
                    <a:pt x="254091" y="116640"/>
                    <a:pt x="254091" y="105901"/>
                  </a:cubicBezTo>
                  <a:lnTo>
                    <a:pt x="254091" y="19474"/>
                  </a:lnTo>
                  <a:cubicBezTo>
                    <a:pt x="254091" y="8735"/>
                    <a:pt x="245355" y="0"/>
                    <a:pt x="234617" y="0"/>
                  </a:cubicBezTo>
                  <a:close/>
                  <a:moveTo>
                    <a:pt x="239642" y="105900"/>
                  </a:moveTo>
                  <a:cubicBezTo>
                    <a:pt x="239642" y="108672"/>
                    <a:pt x="237388" y="110926"/>
                    <a:pt x="234617" y="110926"/>
                  </a:cubicBezTo>
                  <a:lnTo>
                    <a:pt x="19474" y="110926"/>
                  </a:lnTo>
                  <a:cubicBezTo>
                    <a:pt x="16751" y="110926"/>
                    <a:pt x="14449" y="108625"/>
                    <a:pt x="14449" y="105900"/>
                  </a:cubicBezTo>
                  <a:lnTo>
                    <a:pt x="14449" y="19473"/>
                  </a:lnTo>
                  <a:cubicBezTo>
                    <a:pt x="14449" y="16750"/>
                    <a:pt x="16751" y="14448"/>
                    <a:pt x="19474" y="14448"/>
                  </a:cubicBezTo>
                  <a:lnTo>
                    <a:pt x="234617" y="14448"/>
                  </a:lnTo>
                  <a:cubicBezTo>
                    <a:pt x="237340" y="14448"/>
                    <a:pt x="239642" y="16750"/>
                    <a:pt x="239642" y="1947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9" name="Google Shape;709;p46"/>
            <p:cNvSpPr/>
            <p:nvPr/>
          </p:nvSpPr>
          <p:spPr>
            <a:xfrm>
              <a:off x="6319621" y="4857295"/>
              <a:ext cx="14433" cy="14528"/>
            </a:xfrm>
            <a:custGeom>
              <a:rect b="b" l="l" r="r" t="t"/>
              <a:pathLst>
                <a:path extrusionOk="0" h="14528" w="14433">
                  <a:moveTo>
                    <a:pt x="7264" y="0"/>
                  </a:moveTo>
                  <a:cubicBezTo>
                    <a:pt x="3113" y="0"/>
                    <a:pt x="0" y="3301"/>
                    <a:pt x="0" y="7264"/>
                  </a:cubicBezTo>
                  <a:cubicBezTo>
                    <a:pt x="0" y="11132"/>
                    <a:pt x="3113" y="14528"/>
                    <a:pt x="7264" y="14528"/>
                  </a:cubicBezTo>
                  <a:cubicBezTo>
                    <a:pt x="11132" y="14528"/>
                    <a:pt x="14434" y="11132"/>
                    <a:pt x="14434" y="7264"/>
                  </a:cubicBezTo>
                  <a:cubicBezTo>
                    <a:pt x="14435" y="3302"/>
                    <a:pt x="11133" y="0"/>
                    <a:pt x="7264"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0" name="Google Shape;710;p46"/>
            <p:cNvSpPr/>
            <p:nvPr/>
          </p:nvSpPr>
          <p:spPr>
            <a:xfrm>
              <a:off x="6340562" y="4802291"/>
              <a:ext cx="46323" cy="69531"/>
            </a:xfrm>
            <a:custGeom>
              <a:rect b="b" l="l" r="r" t="t"/>
              <a:pathLst>
                <a:path extrusionOk="0" h="69531" w="46323">
                  <a:moveTo>
                    <a:pt x="23210" y="12832"/>
                  </a:moveTo>
                  <a:cubicBezTo>
                    <a:pt x="31230" y="12832"/>
                    <a:pt x="31513" y="18870"/>
                    <a:pt x="31606" y="21322"/>
                  </a:cubicBezTo>
                  <a:cubicBezTo>
                    <a:pt x="31795" y="24719"/>
                    <a:pt x="35003" y="25756"/>
                    <a:pt x="38965" y="25756"/>
                  </a:cubicBezTo>
                  <a:cubicBezTo>
                    <a:pt x="43965" y="25756"/>
                    <a:pt x="46323" y="24436"/>
                    <a:pt x="46323" y="18775"/>
                  </a:cubicBezTo>
                  <a:cubicBezTo>
                    <a:pt x="46323" y="6793"/>
                    <a:pt x="36135" y="0"/>
                    <a:pt x="22643" y="0"/>
                  </a:cubicBezTo>
                  <a:cubicBezTo>
                    <a:pt x="10284" y="0"/>
                    <a:pt x="0" y="6038"/>
                    <a:pt x="0" y="22265"/>
                  </a:cubicBezTo>
                  <a:lnTo>
                    <a:pt x="0" y="47266"/>
                  </a:lnTo>
                  <a:cubicBezTo>
                    <a:pt x="0" y="63494"/>
                    <a:pt x="10283" y="69532"/>
                    <a:pt x="22643" y="69532"/>
                  </a:cubicBezTo>
                  <a:cubicBezTo>
                    <a:pt x="36134" y="69532"/>
                    <a:pt x="46323" y="62361"/>
                    <a:pt x="46323" y="49814"/>
                  </a:cubicBezTo>
                  <a:cubicBezTo>
                    <a:pt x="46323" y="44154"/>
                    <a:pt x="43965" y="42832"/>
                    <a:pt x="38870" y="42832"/>
                  </a:cubicBezTo>
                  <a:cubicBezTo>
                    <a:pt x="35097" y="42832"/>
                    <a:pt x="31889" y="43776"/>
                    <a:pt x="31606" y="47266"/>
                  </a:cubicBezTo>
                  <a:cubicBezTo>
                    <a:pt x="31323" y="50945"/>
                    <a:pt x="30852" y="56701"/>
                    <a:pt x="23305" y="56701"/>
                  </a:cubicBezTo>
                  <a:cubicBezTo>
                    <a:pt x="17832" y="56701"/>
                    <a:pt x="14719" y="53682"/>
                    <a:pt x="14719" y="47266"/>
                  </a:cubicBezTo>
                  <a:lnTo>
                    <a:pt x="14719" y="22265"/>
                  </a:lnTo>
                  <a:cubicBezTo>
                    <a:pt x="14719" y="15851"/>
                    <a:pt x="17832" y="12832"/>
                    <a:pt x="23210" y="1283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1" name="Google Shape;711;p46"/>
            <p:cNvSpPr/>
            <p:nvPr/>
          </p:nvSpPr>
          <p:spPr>
            <a:xfrm>
              <a:off x="6393583" y="4802292"/>
              <a:ext cx="46322" cy="69531"/>
            </a:xfrm>
            <a:custGeom>
              <a:rect b="b" l="l" r="r" t="t"/>
              <a:pathLst>
                <a:path extrusionOk="0" h="69531" w="46322">
                  <a:moveTo>
                    <a:pt x="23114" y="0"/>
                  </a:moveTo>
                  <a:cubicBezTo>
                    <a:pt x="10094" y="0"/>
                    <a:pt x="0" y="6038"/>
                    <a:pt x="0" y="22265"/>
                  </a:cubicBezTo>
                  <a:lnTo>
                    <a:pt x="0" y="47266"/>
                  </a:lnTo>
                  <a:cubicBezTo>
                    <a:pt x="0" y="63494"/>
                    <a:pt x="10094" y="69532"/>
                    <a:pt x="23114" y="69532"/>
                  </a:cubicBezTo>
                  <a:cubicBezTo>
                    <a:pt x="36133" y="69532"/>
                    <a:pt x="46322" y="63494"/>
                    <a:pt x="46322" y="47266"/>
                  </a:cubicBezTo>
                  <a:lnTo>
                    <a:pt x="46322" y="22265"/>
                  </a:lnTo>
                  <a:cubicBezTo>
                    <a:pt x="46322" y="6038"/>
                    <a:pt x="36134" y="0"/>
                    <a:pt x="23114" y="0"/>
                  </a:cubicBezTo>
                  <a:close/>
                  <a:moveTo>
                    <a:pt x="31605" y="47266"/>
                  </a:moveTo>
                  <a:cubicBezTo>
                    <a:pt x="31605" y="53776"/>
                    <a:pt x="28398" y="56701"/>
                    <a:pt x="23115" y="56701"/>
                  </a:cubicBezTo>
                  <a:cubicBezTo>
                    <a:pt x="17831" y="56701"/>
                    <a:pt x="14718" y="53776"/>
                    <a:pt x="14718" y="47266"/>
                  </a:cubicBezTo>
                  <a:lnTo>
                    <a:pt x="14718" y="22265"/>
                  </a:lnTo>
                  <a:cubicBezTo>
                    <a:pt x="14718" y="15756"/>
                    <a:pt x="17831" y="12831"/>
                    <a:pt x="23115" y="12831"/>
                  </a:cubicBezTo>
                  <a:cubicBezTo>
                    <a:pt x="28398" y="12831"/>
                    <a:pt x="31605" y="15756"/>
                    <a:pt x="31605" y="2226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2" name="Google Shape;712;p46"/>
            <p:cNvSpPr/>
            <p:nvPr/>
          </p:nvSpPr>
          <p:spPr>
            <a:xfrm>
              <a:off x="6449338" y="4802292"/>
              <a:ext cx="56982" cy="68966"/>
            </a:xfrm>
            <a:custGeom>
              <a:rect b="b" l="l" r="r" t="t"/>
              <a:pathLst>
                <a:path extrusionOk="0" h="68966" w="56982">
                  <a:moveTo>
                    <a:pt x="49624" y="0"/>
                  </a:moveTo>
                  <a:cubicBezTo>
                    <a:pt x="44340" y="0"/>
                    <a:pt x="42076" y="566"/>
                    <a:pt x="38208" y="7359"/>
                  </a:cubicBezTo>
                  <a:lnTo>
                    <a:pt x="28491" y="24341"/>
                  </a:lnTo>
                  <a:lnTo>
                    <a:pt x="18773" y="7359"/>
                  </a:lnTo>
                  <a:cubicBezTo>
                    <a:pt x="14906" y="566"/>
                    <a:pt x="12641" y="0"/>
                    <a:pt x="7358" y="0"/>
                  </a:cubicBezTo>
                  <a:cubicBezTo>
                    <a:pt x="3679" y="0"/>
                    <a:pt x="0" y="1981"/>
                    <a:pt x="0" y="7359"/>
                  </a:cubicBezTo>
                  <a:lnTo>
                    <a:pt x="0" y="64437"/>
                  </a:lnTo>
                  <a:cubicBezTo>
                    <a:pt x="0" y="67457"/>
                    <a:pt x="3679" y="68966"/>
                    <a:pt x="7358" y="68966"/>
                  </a:cubicBezTo>
                  <a:cubicBezTo>
                    <a:pt x="11037" y="68966"/>
                    <a:pt x="14717" y="67457"/>
                    <a:pt x="14717" y="64437"/>
                  </a:cubicBezTo>
                  <a:lnTo>
                    <a:pt x="14717" y="28115"/>
                  </a:lnTo>
                  <a:lnTo>
                    <a:pt x="23679" y="44532"/>
                  </a:lnTo>
                  <a:cubicBezTo>
                    <a:pt x="24811" y="46701"/>
                    <a:pt x="26604" y="47267"/>
                    <a:pt x="28302" y="47267"/>
                  </a:cubicBezTo>
                  <a:cubicBezTo>
                    <a:pt x="30095" y="47267"/>
                    <a:pt x="31981" y="46607"/>
                    <a:pt x="33208" y="44532"/>
                  </a:cubicBezTo>
                  <a:lnTo>
                    <a:pt x="42265" y="29059"/>
                  </a:lnTo>
                  <a:lnTo>
                    <a:pt x="42265" y="64437"/>
                  </a:lnTo>
                  <a:cubicBezTo>
                    <a:pt x="42265" y="67457"/>
                    <a:pt x="45944" y="68966"/>
                    <a:pt x="49624" y="68966"/>
                  </a:cubicBezTo>
                  <a:cubicBezTo>
                    <a:pt x="53302" y="68966"/>
                    <a:pt x="56982" y="67457"/>
                    <a:pt x="56982" y="64437"/>
                  </a:cubicBezTo>
                  <a:lnTo>
                    <a:pt x="56982" y="7359"/>
                  </a:lnTo>
                  <a:cubicBezTo>
                    <a:pt x="56983" y="1981"/>
                    <a:pt x="53397" y="0"/>
                    <a:pt x="49624"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13" name="Google Shape;713;p46"/>
          <p:cNvGrpSpPr/>
          <p:nvPr/>
        </p:nvGrpSpPr>
        <p:grpSpPr>
          <a:xfrm>
            <a:off x="1214439" y="1525451"/>
            <a:ext cx="384056" cy="384056"/>
            <a:chOff x="1756921" y="1509739"/>
            <a:chExt cx="345997" cy="345997"/>
          </a:xfrm>
        </p:grpSpPr>
        <p:sp>
          <p:nvSpPr>
            <p:cNvPr id="714" name="Google Shape;714;p46"/>
            <p:cNvSpPr/>
            <p:nvPr/>
          </p:nvSpPr>
          <p:spPr>
            <a:xfrm>
              <a:off x="1756921" y="1509739"/>
              <a:ext cx="345997" cy="345997"/>
            </a:xfrm>
            <a:custGeom>
              <a:rect b="b" l="l" r="r" t="t"/>
              <a:pathLst>
                <a:path extrusionOk="0" h="10871" w="10871">
                  <a:moveTo>
                    <a:pt x="5442" y="0"/>
                  </a:moveTo>
                  <a:cubicBezTo>
                    <a:pt x="3977" y="0"/>
                    <a:pt x="2620" y="572"/>
                    <a:pt x="1596" y="1596"/>
                  </a:cubicBezTo>
                  <a:cubicBezTo>
                    <a:pt x="572" y="2620"/>
                    <a:pt x="1" y="3989"/>
                    <a:pt x="1" y="5441"/>
                  </a:cubicBezTo>
                  <a:cubicBezTo>
                    <a:pt x="1" y="6882"/>
                    <a:pt x="572" y="8251"/>
                    <a:pt x="1596" y="9275"/>
                  </a:cubicBezTo>
                  <a:cubicBezTo>
                    <a:pt x="2620" y="10299"/>
                    <a:pt x="3989" y="10871"/>
                    <a:pt x="5442" y="10871"/>
                  </a:cubicBezTo>
                  <a:cubicBezTo>
                    <a:pt x="6882" y="10871"/>
                    <a:pt x="8252" y="10299"/>
                    <a:pt x="9276" y="9275"/>
                  </a:cubicBezTo>
                  <a:cubicBezTo>
                    <a:pt x="10299" y="8251"/>
                    <a:pt x="10871" y="6882"/>
                    <a:pt x="10871" y="5441"/>
                  </a:cubicBezTo>
                  <a:cubicBezTo>
                    <a:pt x="10871" y="5346"/>
                    <a:pt x="10871" y="5263"/>
                    <a:pt x="10859" y="5156"/>
                  </a:cubicBezTo>
                  <a:cubicBezTo>
                    <a:pt x="10859" y="5060"/>
                    <a:pt x="10788" y="5001"/>
                    <a:pt x="10692" y="5001"/>
                  </a:cubicBezTo>
                  <a:cubicBezTo>
                    <a:pt x="10609" y="5001"/>
                    <a:pt x="10549" y="5084"/>
                    <a:pt x="10549" y="5168"/>
                  </a:cubicBezTo>
                  <a:lnTo>
                    <a:pt x="10549" y="5441"/>
                  </a:lnTo>
                  <a:cubicBezTo>
                    <a:pt x="10549" y="6811"/>
                    <a:pt x="10014" y="8085"/>
                    <a:pt x="9037" y="9049"/>
                  </a:cubicBezTo>
                  <a:cubicBezTo>
                    <a:pt x="8073" y="10025"/>
                    <a:pt x="6787" y="10561"/>
                    <a:pt x="5418" y="10561"/>
                  </a:cubicBezTo>
                  <a:cubicBezTo>
                    <a:pt x="4061" y="10561"/>
                    <a:pt x="2775" y="10025"/>
                    <a:pt x="1810" y="9049"/>
                  </a:cubicBezTo>
                  <a:cubicBezTo>
                    <a:pt x="834" y="8085"/>
                    <a:pt x="298" y="6811"/>
                    <a:pt x="298" y="5441"/>
                  </a:cubicBezTo>
                  <a:cubicBezTo>
                    <a:pt x="298" y="4072"/>
                    <a:pt x="834" y="2786"/>
                    <a:pt x="1810" y="1822"/>
                  </a:cubicBezTo>
                  <a:cubicBezTo>
                    <a:pt x="2775" y="858"/>
                    <a:pt x="4061" y="322"/>
                    <a:pt x="5418" y="322"/>
                  </a:cubicBezTo>
                  <a:cubicBezTo>
                    <a:pt x="6632" y="322"/>
                    <a:pt x="7799" y="750"/>
                    <a:pt x="8728" y="1524"/>
                  </a:cubicBezTo>
                  <a:cubicBezTo>
                    <a:pt x="9633" y="2298"/>
                    <a:pt x="10264" y="3358"/>
                    <a:pt x="10466" y="4513"/>
                  </a:cubicBezTo>
                  <a:cubicBezTo>
                    <a:pt x="10476" y="4594"/>
                    <a:pt x="10547" y="4649"/>
                    <a:pt x="10612" y="4649"/>
                  </a:cubicBezTo>
                  <a:cubicBezTo>
                    <a:pt x="10623" y="4649"/>
                    <a:pt x="10634" y="4647"/>
                    <a:pt x="10645" y="4644"/>
                  </a:cubicBezTo>
                  <a:cubicBezTo>
                    <a:pt x="10740" y="4632"/>
                    <a:pt x="10800" y="4548"/>
                    <a:pt x="10776" y="4465"/>
                  </a:cubicBezTo>
                  <a:cubicBezTo>
                    <a:pt x="10561" y="3239"/>
                    <a:pt x="9907" y="2108"/>
                    <a:pt x="8930" y="1286"/>
                  </a:cubicBezTo>
                  <a:cubicBezTo>
                    <a:pt x="7954" y="465"/>
                    <a:pt x="6716" y="0"/>
                    <a:pt x="54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46"/>
            <p:cNvSpPr/>
            <p:nvPr/>
          </p:nvSpPr>
          <p:spPr>
            <a:xfrm>
              <a:off x="1781937" y="1535488"/>
              <a:ext cx="295614" cy="295614"/>
            </a:xfrm>
            <a:custGeom>
              <a:rect b="b" l="l" r="r" t="t"/>
              <a:pathLst>
                <a:path extrusionOk="0" h="9288" w="9288">
                  <a:moveTo>
                    <a:pt x="4644" y="1"/>
                  </a:moveTo>
                  <a:cubicBezTo>
                    <a:pt x="3989" y="1"/>
                    <a:pt x="3346" y="132"/>
                    <a:pt x="2751" y="406"/>
                  </a:cubicBezTo>
                  <a:cubicBezTo>
                    <a:pt x="2167" y="656"/>
                    <a:pt x="1667" y="1025"/>
                    <a:pt x="1227" y="1489"/>
                  </a:cubicBezTo>
                  <a:cubicBezTo>
                    <a:pt x="1167" y="1549"/>
                    <a:pt x="1167" y="1656"/>
                    <a:pt x="1251" y="1715"/>
                  </a:cubicBezTo>
                  <a:cubicBezTo>
                    <a:pt x="1278" y="1743"/>
                    <a:pt x="1313" y="1757"/>
                    <a:pt x="1348" y="1757"/>
                  </a:cubicBezTo>
                  <a:cubicBezTo>
                    <a:pt x="1390" y="1757"/>
                    <a:pt x="1433" y="1737"/>
                    <a:pt x="1465" y="1692"/>
                  </a:cubicBezTo>
                  <a:cubicBezTo>
                    <a:pt x="1870" y="1263"/>
                    <a:pt x="2346" y="918"/>
                    <a:pt x="2882" y="680"/>
                  </a:cubicBezTo>
                  <a:cubicBezTo>
                    <a:pt x="3429" y="430"/>
                    <a:pt x="4025" y="310"/>
                    <a:pt x="4644" y="310"/>
                  </a:cubicBezTo>
                  <a:cubicBezTo>
                    <a:pt x="7025" y="310"/>
                    <a:pt x="8966" y="2239"/>
                    <a:pt x="8966" y="4644"/>
                  </a:cubicBezTo>
                  <a:cubicBezTo>
                    <a:pt x="8966" y="7037"/>
                    <a:pt x="7037" y="8978"/>
                    <a:pt x="4644" y="8978"/>
                  </a:cubicBezTo>
                  <a:cubicBezTo>
                    <a:pt x="2263" y="8978"/>
                    <a:pt x="310" y="7037"/>
                    <a:pt x="310" y="4644"/>
                  </a:cubicBezTo>
                  <a:cubicBezTo>
                    <a:pt x="310" y="3799"/>
                    <a:pt x="560" y="2966"/>
                    <a:pt x="1024" y="2263"/>
                  </a:cubicBezTo>
                  <a:cubicBezTo>
                    <a:pt x="1084" y="2192"/>
                    <a:pt x="1072" y="2084"/>
                    <a:pt x="989" y="2037"/>
                  </a:cubicBezTo>
                  <a:cubicBezTo>
                    <a:pt x="963" y="2020"/>
                    <a:pt x="933" y="2012"/>
                    <a:pt x="904" y="2012"/>
                  </a:cubicBezTo>
                  <a:cubicBezTo>
                    <a:pt x="850" y="2012"/>
                    <a:pt x="797" y="2038"/>
                    <a:pt x="774" y="2084"/>
                  </a:cubicBezTo>
                  <a:cubicBezTo>
                    <a:pt x="262" y="2846"/>
                    <a:pt x="0" y="3716"/>
                    <a:pt x="0" y="4644"/>
                  </a:cubicBezTo>
                  <a:cubicBezTo>
                    <a:pt x="0" y="5883"/>
                    <a:pt x="477" y="7049"/>
                    <a:pt x="1346" y="7930"/>
                  </a:cubicBezTo>
                  <a:cubicBezTo>
                    <a:pt x="2227" y="8811"/>
                    <a:pt x="3394" y="9288"/>
                    <a:pt x="4644" y="9288"/>
                  </a:cubicBezTo>
                  <a:cubicBezTo>
                    <a:pt x="5894" y="9288"/>
                    <a:pt x="7049" y="8811"/>
                    <a:pt x="7930" y="7930"/>
                  </a:cubicBezTo>
                  <a:cubicBezTo>
                    <a:pt x="8811" y="7049"/>
                    <a:pt x="9287" y="5894"/>
                    <a:pt x="9287" y="4644"/>
                  </a:cubicBezTo>
                  <a:cubicBezTo>
                    <a:pt x="9287" y="3394"/>
                    <a:pt x="8811" y="2227"/>
                    <a:pt x="7930" y="1346"/>
                  </a:cubicBezTo>
                  <a:cubicBezTo>
                    <a:pt x="7049" y="477"/>
                    <a:pt x="5894" y="1"/>
                    <a:pt x="464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46"/>
            <p:cNvSpPr/>
            <p:nvPr/>
          </p:nvSpPr>
          <p:spPr>
            <a:xfrm>
              <a:off x="1806954" y="1677980"/>
              <a:ext cx="17441" cy="10630"/>
            </a:xfrm>
            <a:custGeom>
              <a:rect b="b" l="l" r="r" t="t"/>
              <a:pathLst>
                <a:path extrusionOk="0" h="334" w="548">
                  <a:moveTo>
                    <a:pt x="167" y="1"/>
                  </a:moveTo>
                  <a:cubicBezTo>
                    <a:pt x="72" y="1"/>
                    <a:pt x="0" y="72"/>
                    <a:pt x="0" y="167"/>
                  </a:cubicBezTo>
                  <a:cubicBezTo>
                    <a:pt x="0" y="251"/>
                    <a:pt x="72" y="334"/>
                    <a:pt x="167" y="334"/>
                  </a:cubicBezTo>
                  <a:lnTo>
                    <a:pt x="381" y="334"/>
                  </a:lnTo>
                  <a:cubicBezTo>
                    <a:pt x="476" y="334"/>
                    <a:pt x="548" y="251"/>
                    <a:pt x="548" y="167"/>
                  </a:cubicBezTo>
                  <a:cubicBezTo>
                    <a:pt x="548" y="72"/>
                    <a:pt x="476" y="1"/>
                    <a:pt x="38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46"/>
            <p:cNvSpPr/>
            <p:nvPr/>
          </p:nvSpPr>
          <p:spPr>
            <a:xfrm>
              <a:off x="1924429" y="1560122"/>
              <a:ext cx="128106" cy="128488"/>
            </a:xfrm>
            <a:custGeom>
              <a:rect b="b" l="l" r="r" t="t"/>
              <a:pathLst>
                <a:path extrusionOk="0" h="4037" w="4025">
                  <a:moveTo>
                    <a:pt x="155" y="1"/>
                  </a:moveTo>
                  <a:cubicBezTo>
                    <a:pt x="72" y="1"/>
                    <a:pt x="0" y="72"/>
                    <a:pt x="0" y="167"/>
                  </a:cubicBezTo>
                  <a:lnTo>
                    <a:pt x="0" y="3870"/>
                  </a:lnTo>
                  <a:cubicBezTo>
                    <a:pt x="0" y="3954"/>
                    <a:pt x="72" y="4037"/>
                    <a:pt x="155" y="4037"/>
                  </a:cubicBezTo>
                  <a:lnTo>
                    <a:pt x="3870" y="4037"/>
                  </a:lnTo>
                  <a:cubicBezTo>
                    <a:pt x="3953" y="4037"/>
                    <a:pt x="4024" y="3954"/>
                    <a:pt x="4024" y="3870"/>
                  </a:cubicBezTo>
                  <a:cubicBezTo>
                    <a:pt x="4024" y="3775"/>
                    <a:pt x="3953" y="3704"/>
                    <a:pt x="3870" y="3704"/>
                  </a:cubicBezTo>
                  <a:lnTo>
                    <a:pt x="322" y="3704"/>
                  </a:lnTo>
                  <a:lnTo>
                    <a:pt x="322" y="167"/>
                  </a:lnTo>
                  <a:cubicBezTo>
                    <a:pt x="322" y="72"/>
                    <a:pt x="250" y="1"/>
                    <a:pt x="155"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46"/>
            <p:cNvSpPr/>
            <p:nvPr/>
          </p:nvSpPr>
          <p:spPr>
            <a:xfrm>
              <a:off x="1924811" y="1788644"/>
              <a:ext cx="10630" cy="17823"/>
            </a:xfrm>
            <a:custGeom>
              <a:rect b="b" l="l" r="r" t="t"/>
              <a:pathLst>
                <a:path extrusionOk="0" h="560" w="334">
                  <a:moveTo>
                    <a:pt x="167" y="0"/>
                  </a:moveTo>
                  <a:cubicBezTo>
                    <a:pt x="71" y="0"/>
                    <a:pt x="0" y="84"/>
                    <a:pt x="0" y="167"/>
                  </a:cubicBezTo>
                  <a:lnTo>
                    <a:pt x="0" y="393"/>
                  </a:lnTo>
                  <a:cubicBezTo>
                    <a:pt x="0" y="488"/>
                    <a:pt x="71" y="560"/>
                    <a:pt x="167" y="560"/>
                  </a:cubicBezTo>
                  <a:cubicBezTo>
                    <a:pt x="250" y="560"/>
                    <a:pt x="333" y="488"/>
                    <a:pt x="333" y="393"/>
                  </a:cubicBezTo>
                  <a:lnTo>
                    <a:pt x="333" y="167"/>
                  </a:lnTo>
                  <a:cubicBezTo>
                    <a:pt x="333" y="84"/>
                    <a:pt x="250" y="0"/>
                    <a:pt x="16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46"/>
            <p:cNvSpPr/>
            <p:nvPr/>
          </p:nvSpPr>
          <p:spPr>
            <a:xfrm>
              <a:off x="1841423" y="1594719"/>
              <a:ext cx="16328" cy="15086"/>
            </a:xfrm>
            <a:custGeom>
              <a:rect b="b" l="l" r="r" t="t"/>
              <a:pathLst>
                <a:path extrusionOk="0" h="474" w="513">
                  <a:moveTo>
                    <a:pt x="173" y="0"/>
                  </a:moveTo>
                  <a:cubicBezTo>
                    <a:pt x="132" y="0"/>
                    <a:pt x="90" y="15"/>
                    <a:pt x="60" y="45"/>
                  </a:cubicBezTo>
                  <a:cubicBezTo>
                    <a:pt x="1" y="104"/>
                    <a:pt x="1" y="212"/>
                    <a:pt x="60" y="259"/>
                  </a:cubicBezTo>
                  <a:lnTo>
                    <a:pt x="215" y="426"/>
                  </a:lnTo>
                  <a:cubicBezTo>
                    <a:pt x="239" y="462"/>
                    <a:pt x="286" y="474"/>
                    <a:pt x="334" y="474"/>
                  </a:cubicBezTo>
                  <a:cubicBezTo>
                    <a:pt x="370" y="474"/>
                    <a:pt x="405" y="462"/>
                    <a:pt x="453" y="426"/>
                  </a:cubicBezTo>
                  <a:cubicBezTo>
                    <a:pt x="513" y="366"/>
                    <a:pt x="513" y="259"/>
                    <a:pt x="453" y="212"/>
                  </a:cubicBezTo>
                  <a:lnTo>
                    <a:pt x="286" y="45"/>
                  </a:lnTo>
                  <a:cubicBezTo>
                    <a:pt x="257" y="15"/>
                    <a:pt x="215" y="0"/>
                    <a:pt x="1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46"/>
            <p:cNvSpPr/>
            <p:nvPr/>
          </p:nvSpPr>
          <p:spPr>
            <a:xfrm>
              <a:off x="2002470" y="1756243"/>
              <a:ext cx="16709" cy="15755"/>
            </a:xfrm>
            <a:custGeom>
              <a:rect b="b" l="l" r="r" t="t"/>
              <a:pathLst>
                <a:path extrusionOk="0" h="495" w="525">
                  <a:moveTo>
                    <a:pt x="175" y="0"/>
                  </a:moveTo>
                  <a:cubicBezTo>
                    <a:pt x="132" y="0"/>
                    <a:pt x="90" y="18"/>
                    <a:pt x="60" y="54"/>
                  </a:cubicBezTo>
                  <a:cubicBezTo>
                    <a:pt x="1" y="113"/>
                    <a:pt x="1" y="221"/>
                    <a:pt x="60" y="280"/>
                  </a:cubicBezTo>
                  <a:lnTo>
                    <a:pt x="227" y="447"/>
                  </a:lnTo>
                  <a:cubicBezTo>
                    <a:pt x="251" y="471"/>
                    <a:pt x="298" y="494"/>
                    <a:pt x="346" y="494"/>
                  </a:cubicBezTo>
                  <a:cubicBezTo>
                    <a:pt x="394" y="494"/>
                    <a:pt x="418" y="471"/>
                    <a:pt x="465" y="447"/>
                  </a:cubicBezTo>
                  <a:cubicBezTo>
                    <a:pt x="525" y="387"/>
                    <a:pt x="525" y="280"/>
                    <a:pt x="465" y="221"/>
                  </a:cubicBezTo>
                  <a:lnTo>
                    <a:pt x="298" y="54"/>
                  </a:lnTo>
                  <a:cubicBezTo>
                    <a:pt x="263" y="18"/>
                    <a:pt x="218" y="0"/>
                    <a:pt x="17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46"/>
            <p:cNvSpPr/>
            <p:nvPr/>
          </p:nvSpPr>
          <p:spPr>
            <a:xfrm>
              <a:off x="2002470" y="1594719"/>
              <a:ext cx="16328" cy="15086"/>
            </a:xfrm>
            <a:custGeom>
              <a:rect b="b" l="l" r="r" t="t"/>
              <a:pathLst>
                <a:path extrusionOk="0" h="474" w="513">
                  <a:moveTo>
                    <a:pt x="340" y="0"/>
                  </a:moveTo>
                  <a:cubicBezTo>
                    <a:pt x="298" y="0"/>
                    <a:pt x="257" y="15"/>
                    <a:pt x="227" y="45"/>
                  </a:cubicBezTo>
                  <a:lnTo>
                    <a:pt x="60" y="212"/>
                  </a:lnTo>
                  <a:cubicBezTo>
                    <a:pt x="1" y="259"/>
                    <a:pt x="1" y="366"/>
                    <a:pt x="60" y="426"/>
                  </a:cubicBezTo>
                  <a:cubicBezTo>
                    <a:pt x="96" y="462"/>
                    <a:pt x="132" y="474"/>
                    <a:pt x="179" y="474"/>
                  </a:cubicBezTo>
                  <a:cubicBezTo>
                    <a:pt x="227" y="474"/>
                    <a:pt x="251" y="462"/>
                    <a:pt x="287" y="426"/>
                  </a:cubicBezTo>
                  <a:lnTo>
                    <a:pt x="453" y="259"/>
                  </a:lnTo>
                  <a:cubicBezTo>
                    <a:pt x="513" y="212"/>
                    <a:pt x="513" y="104"/>
                    <a:pt x="453" y="45"/>
                  </a:cubicBezTo>
                  <a:cubicBezTo>
                    <a:pt x="423" y="15"/>
                    <a:pt x="382" y="0"/>
                    <a:pt x="34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46"/>
            <p:cNvSpPr/>
            <p:nvPr/>
          </p:nvSpPr>
          <p:spPr>
            <a:xfrm>
              <a:off x="1841041" y="1756530"/>
              <a:ext cx="16709" cy="15468"/>
            </a:xfrm>
            <a:custGeom>
              <a:rect b="b" l="l" r="r" t="t"/>
              <a:pathLst>
                <a:path extrusionOk="0" h="486" w="525">
                  <a:moveTo>
                    <a:pt x="352" y="0"/>
                  </a:moveTo>
                  <a:cubicBezTo>
                    <a:pt x="310" y="0"/>
                    <a:pt x="269" y="15"/>
                    <a:pt x="239" y="45"/>
                  </a:cubicBezTo>
                  <a:lnTo>
                    <a:pt x="72" y="212"/>
                  </a:lnTo>
                  <a:cubicBezTo>
                    <a:pt x="1" y="271"/>
                    <a:pt x="1" y="354"/>
                    <a:pt x="60" y="438"/>
                  </a:cubicBezTo>
                  <a:cubicBezTo>
                    <a:pt x="84" y="462"/>
                    <a:pt x="132" y="485"/>
                    <a:pt x="179" y="485"/>
                  </a:cubicBezTo>
                  <a:cubicBezTo>
                    <a:pt x="227" y="485"/>
                    <a:pt x="251" y="462"/>
                    <a:pt x="298" y="438"/>
                  </a:cubicBezTo>
                  <a:lnTo>
                    <a:pt x="465" y="271"/>
                  </a:lnTo>
                  <a:cubicBezTo>
                    <a:pt x="525" y="212"/>
                    <a:pt x="525" y="104"/>
                    <a:pt x="465" y="45"/>
                  </a:cubicBezTo>
                  <a:cubicBezTo>
                    <a:pt x="435" y="15"/>
                    <a:pt x="394" y="0"/>
                    <a:pt x="35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46"/>
            <p:cNvSpPr/>
            <p:nvPr/>
          </p:nvSpPr>
          <p:spPr>
            <a:xfrm>
              <a:off x="1816025" y="1632084"/>
              <a:ext cx="17855" cy="13336"/>
            </a:xfrm>
            <a:custGeom>
              <a:rect b="b" l="l" r="r" t="t"/>
              <a:pathLst>
                <a:path extrusionOk="0" h="419" w="561">
                  <a:moveTo>
                    <a:pt x="173" y="0"/>
                  </a:moveTo>
                  <a:cubicBezTo>
                    <a:pt x="110" y="0"/>
                    <a:pt x="51" y="36"/>
                    <a:pt x="25" y="97"/>
                  </a:cubicBezTo>
                  <a:cubicBezTo>
                    <a:pt x="1" y="181"/>
                    <a:pt x="25" y="276"/>
                    <a:pt x="120" y="312"/>
                  </a:cubicBezTo>
                  <a:lnTo>
                    <a:pt x="322" y="395"/>
                  </a:lnTo>
                  <a:cubicBezTo>
                    <a:pt x="334" y="419"/>
                    <a:pt x="370" y="419"/>
                    <a:pt x="382" y="419"/>
                  </a:cubicBezTo>
                  <a:cubicBezTo>
                    <a:pt x="441" y="419"/>
                    <a:pt x="501" y="383"/>
                    <a:pt x="537" y="312"/>
                  </a:cubicBezTo>
                  <a:cubicBezTo>
                    <a:pt x="561" y="228"/>
                    <a:pt x="513" y="133"/>
                    <a:pt x="441" y="97"/>
                  </a:cubicBezTo>
                  <a:lnTo>
                    <a:pt x="239" y="14"/>
                  </a:lnTo>
                  <a:cubicBezTo>
                    <a:pt x="217" y="5"/>
                    <a:pt x="195" y="0"/>
                    <a:pt x="17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46"/>
            <p:cNvSpPr/>
            <p:nvPr/>
          </p:nvSpPr>
          <p:spPr>
            <a:xfrm>
              <a:off x="2026341" y="1721297"/>
              <a:ext cx="17855" cy="13177"/>
            </a:xfrm>
            <a:custGeom>
              <a:rect b="b" l="l" r="r" t="t"/>
              <a:pathLst>
                <a:path extrusionOk="0" h="414" w="561">
                  <a:moveTo>
                    <a:pt x="179" y="0"/>
                  </a:moveTo>
                  <a:cubicBezTo>
                    <a:pt x="114" y="0"/>
                    <a:pt x="52" y="31"/>
                    <a:pt x="25" y="104"/>
                  </a:cubicBezTo>
                  <a:cubicBezTo>
                    <a:pt x="1" y="176"/>
                    <a:pt x="25" y="283"/>
                    <a:pt x="120" y="307"/>
                  </a:cubicBezTo>
                  <a:lnTo>
                    <a:pt x="322" y="402"/>
                  </a:lnTo>
                  <a:cubicBezTo>
                    <a:pt x="334" y="414"/>
                    <a:pt x="370" y="414"/>
                    <a:pt x="382" y="414"/>
                  </a:cubicBezTo>
                  <a:cubicBezTo>
                    <a:pt x="441" y="414"/>
                    <a:pt x="501" y="378"/>
                    <a:pt x="537" y="307"/>
                  </a:cubicBezTo>
                  <a:cubicBezTo>
                    <a:pt x="560" y="235"/>
                    <a:pt x="537" y="128"/>
                    <a:pt x="441" y="104"/>
                  </a:cubicBezTo>
                  <a:lnTo>
                    <a:pt x="239" y="9"/>
                  </a:lnTo>
                  <a:cubicBezTo>
                    <a:pt x="219" y="3"/>
                    <a:pt x="199" y="0"/>
                    <a:pt x="17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46"/>
            <p:cNvSpPr/>
            <p:nvPr/>
          </p:nvSpPr>
          <p:spPr>
            <a:xfrm>
              <a:off x="1967619" y="1569702"/>
              <a:ext cx="14036" cy="16996"/>
            </a:xfrm>
            <a:custGeom>
              <a:rect b="b" l="l" r="r" t="t"/>
              <a:pathLst>
                <a:path extrusionOk="0" h="534" w="441">
                  <a:moveTo>
                    <a:pt x="267" y="1"/>
                  </a:moveTo>
                  <a:cubicBezTo>
                    <a:pt x="204" y="1"/>
                    <a:pt x="138" y="32"/>
                    <a:pt x="119" y="105"/>
                  </a:cubicBezTo>
                  <a:lnTo>
                    <a:pt x="24" y="307"/>
                  </a:lnTo>
                  <a:cubicBezTo>
                    <a:pt x="0" y="378"/>
                    <a:pt x="24" y="486"/>
                    <a:pt x="119" y="521"/>
                  </a:cubicBezTo>
                  <a:cubicBezTo>
                    <a:pt x="131" y="521"/>
                    <a:pt x="155" y="533"/>
                    <a:pt x="179" y="533"/>
                  </a:cubicBezTo>
                  <a:cubicBezTo>
                    <a:pt x="239" y="533"/>
                    <a:pt x="298" y="498"/>
                    <a:pt x="322" y="426"/>
                  </a:cubicBezTo>
                  <a:lnTo>
                    <a:pt x="417" y="224"/>
                  </a:lnTo>
                  <a:cubicBezTo>
                    <a:pt x="441" y="140"/>
                    <a:pt x="417" y="45"/>
                    <a:pt x="322" y="9"/>
                  </a:cubicBezTo>
                  <a:cubicBezTo>
                    <a:pt x="305" y="4"/>
                    <a:pt x="286" y="1"/>
                    <a:pt x="26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46"/>
            <p:cNvSpPr/>
            <p:nvPr/>
          </p:nvSpPr>
          <p:spPr>
            <a:xfrm>
              <a:off x="1877802" y="1780019"/>
              <a:ext cx="14450" cy="16996"/>
            </a:xfrm>
            <a:custGeom>
              <a:rect b="b" l="l" r="r" t="t"/>
              <a:pathLst>
                <a:path extrusionOk="0" h="534" w="454">
                  <a:moveTo>
                    <a:pt x="279" y="1"/>
                  </a:moveTo>
                  <a:cubicBezTo>
                    <a:pt x="216" y="1"/>
                    <a:pt x="147" y="32"/>
                    <a:pt x="120" y="105"/>
                  </a:cubicBezTo>
                  <a:lnTo>
                    <a:pt x="36" y="307"/>
                  </a:lnTo>
                  <a:cubicBezTo>
                    <a:pt x="1" y="378"/>
                    <a:pt x="48" y="486"/>
                    <a:pt x="120" y="509"/>
                  </a:cubicBezTo>
                  <a:cubicBezTo>
                    <a:pt x="144" y="533"/>
                    <a:pt x="167" y="533"/>
                    <a:pt x="179" y="533"/>
                  </a:cubicBezTo>
                  <a:cubicBezTo>
                    <a:pt x="239" y="533"/>
                    <a:pt x="298" y="497"/>
                    <a:pt x="334" y="426"/>
                  </a:cubicBezTo>
                  <a:lnTo>
                    <a:pt x="417" y="224"/>
                  </a:lnTo>
                  <a:cubicBezTo>
                    <a:pt x="453" y="140"/>
                    <a:pt x="417" y="45"/>
                    <a:pt x="334" y="9"/>
                  </a:cubicBezTo>
                  <a:cubicBezTo>
                    <a:pt x="317" y="4"/>
                    <a:pt x="298" y="1"/>
                    <a:pt x="27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46"/>
            <p:cNvSpPr/>
            <p:nvPr/>
          </p:nvSpPr>
          <p:spPr>
            <a:xfrm>
              <a:off x="1879711" y="1568652"/>
              <a:ext cx="14418" cy="16900"/>
            </a:xfrm>
            <a:custGeom>
              <a:rect b="b" l="l" r="r" t="t"/>
              <a:pathLst>
                <a:path extrusionOk="0" h="531" w="453">
                  <a:moveTo>
                    <a:pt x="169" y="0"/>
                  </a:moveTo>
                  <a:cubicBezTo>
                    <a:pt x="153" y="0"/>
                    <a:pt x="136" y="2"/>
                    <a:pt x="119" y="7"/>
                  </a:cubicBezTo>
                  <a:cubicBezTo>
                    <a:pt x="48" y="42"/>
                    <a:pt x="0" y="138"/>
                    <a:pt x="36" y="221"/>
                  </a:cubicBezTo>
                  <a:lnTo>
                    <a:pt x="119" y="423"/>
                  </a:lnTo>
                  <a:cubicBezTo>
                    <a:pt x="155" y="495"/>
                    <a:pt x="214" y="531"/>
                    <a:pt x="274" y="531"/>
                  </a:cubicBezTo>
                  <a:cubicBezTo>
                    <a:pt x="286" y="531"/>
                    <a:pt x="322" y="531"/>
                    <a:pt x="334" y="519"/>
                  </a:cubicBezTo>
                  <a:cubicBezTo>
                    <a:pt x="405" y="483"/>
                    <a:pt x="453" y="400"/>
                    <a:pt x="417" y="304"/>
                  </a:cubicBezTo>
                  <a:lnTo>
                    <a:pt x="334" y="102"/>
                  </a:lnTo>
                  <a:cubicBezTo>
                    <a:pt x="304" y="43"/>
                    <a:pt x="243" y="0"/>
                    <a:pt x="16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46"/>
            <p:cNvSpPr/>
            <p:nvPr/>
          </p:nvSpPr>
          <p:spPr>
            <a:xfrm>
              <a:off x="1965709" y="1780846"/>
              <a:ext cx="14068" cy="16900"/>
            </a:xfrm>
            <a:custGeom>
              <a:rect b="b" l="l" r="r" t="t"/>
              <a:pathLst>
                <a:path extrusionOk="0" h="531" w="442">
                  <a:moveTo>
                    <a:pt x="189" y="0"/>
                  </a:moveTo>
                  <a:cubicBezTo>
                    <a:pt x="166" y="0"/>
                    <a:pt x="143" y="6"/>
                    <a:pt x="120" y="19"/>
                  </a:cubicBezTo>
                  <a:cubicBezTo>
                    <a:pt x="37" y="43"/>
                    <a:pt x="1" y="138"/>
                    <a:pt x="25" y="221"/>
                  </a:cubicBezTo>
                  <a:lnTo>
                    <a:pt x="120" y="424"/>
                  </a:lnTo>
                  <a:cubicBezTo>
                    <a:pt x="144" y="483"/>
                    <a:pt x="203" y="531"/>
                    <a:pt x="263" y="531"/>
                  </a:cubicBezTo>
                  <a:cubicBezTo>
                    <a:pt x="275" y="531"/>
                    <a:pt x="310" y="531"/>
                    <a:pt x="322" y="519"/>
                  </a:cubicBezTo>
                  <a:cubicBezTo>
                    <a:pt x="394" y="483"/>
                    <a:pt x="441" y="400"/>
                    <a:pt x="418" y="305"/>
                  </a:cubicBezTo>
                  <a:lnTo>
                    <a:pt x="322" y="102"/>
                  </a:lnTo>
                  <a:cubicBezTo>
                    <a:pt x="305" y="42"/>
                    <a:pt x="250" y="0"/>
                    <a:pt x="18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46"/>
            <p:cNvSpPr/>
            <p:nvPr/>
          </p:nvSpPr>
          <p:spPr>
            <a:xfrm>
              <a:off x="2026723" y="1633644"/>
              <a:ext cx="17855" cy="13304"/>
            </a:xfrm>
            <a:custGeom>
              <a:rect b="b" l="l" r="r" t="t"/>
              <a:pathLst>
                <a:path extrusionOk="0" h="418" w="561">
                  <a:moveTo>
                    <a:pt x="387" y="0"/>
                  </a:moveTo>
                  <a:cubicBezTo>
                    <a:pt x="366" y="0"/>
                    <a:pt x="345" y="4"/>
                    <a:pt x="322" y="13"/>
                  </a:cubicBezTo>
                  <a:lnTo>
                    <a:pt x="120" y="96"/>
                  </a:lnTo>
                  <a:cubicBezTo>
                    <a:pt x="48" y="132"/>
                    <a:pt x="1" y="215"/>
                    <a:pt x="25" y="310"/>
                  </a:cubicBezTo>
                  <a:cubicBezTo>
                    <a:pt x="60" y="382"/>
                    <a:pt x="120" y="417"/>
                    <a:pt x="179" y="417"/>
                  </a:cubicBezTo>
                  <a:cubicBezTo>
                    <a:pt x="191" y="417"/>
                    <a:pt x="227" y="417"/>
                    <a:pt x="239" y="394"/>
                  </a:cubicBezTo>
                  <a:lnTo>
                    <a:pt x="441" y="310"/>
                  </a:lnTo>
                  <a:cubicBezTo>
                    <a:pt x="513" y="274"/>
                    <a:pt x="560" y="191"/>
                    <a:pt x="537" y="96"/>
                  </a:cubicBezTo>
                  <a:cubicBezTo>
                    <a:pt x="509" y="41"/>
                    <a:pt x="454" y="0"/>
                    <a:pt x="38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46"/>
            <p:cNvSpPr/>
            <p:nvPr/>
          </p:nvSpPr>
          <p:spPr>
            <a:xfrm>
              <a:off x="1814911" y="1719419"/>
              <a:ext cx="18205" cy="13177"/>
            </a:xfrm>
            <a:custGeom>
              <a:rect b="b" l="l" r="r" t="t"/>
              <a:pathLst>
                <a:path extrusionOk="0" h="414" w="572">
                  <a:moveTo>
                    <a:pt x="382" y="1"/>
                  </a:moveTo>
                  <a:cubicBezTo>
                    <a:pt x="365" y="1"/>
                    <a:pt x="348" y="3"/>
                    <a:pt x="334" y="8"/>
                  </a:cubicBezTo>
                  <a:lnTo>
                    <a:pt x="119" y="104"/>
                  </a:lnTo>
                  <a:cubicBezTo>
                    <a:pt x="48" y="127"/>
                    <a:pt x="0" y="223"/>
                    <a:pt x="36" y="306"/>
                  </a:cubicBezTo>
                  <a:cubicBezTo>
                    <a:pt x="60" y="366"/>
                    <a:pt x="119" y="413"/>
                    <a:pt x="179" y="413"/>
                  </a:cubicBezTo>
                  <a:cubicBezTo>
                    <a:pt x="191" y="413"/>
                    <a:pt x="226" y="413"/>
                    <a:pt x="238" y="389"/>
                  </a:cubicBezTo>
                  <a:lnTo>
                    <a:pt x="453" y="306"/>
                  </a:lnTo>
                  <a:cubicBezTo>
                    <a:pt x="524" y="270"/>
                    <a:pt x="572" y="187"/>
                    <a:pt x="536" y="92"/>
                  </a:cubicBezTo>
                  <a:cubicBezTo>
                    <a:pt x="517" y="35"/>
                    <a:pt x="446" y="1"/>
                    <a:pt x="38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4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can you use Scrapegoat?</a:t>
            </a:r>
            <a:endParaRPr/>
          </a:p>
        </p:txBody>
      </p:sp>
      <p:sp>
        <p:nvSpPr>
          <p:cNvPr id="736" name="Google Shape;736;p47"/>
          <p:cNvSpPr/>
          <p:nvPr/>
        </p:nvSpPr>
        <p:spPr>
          <a:xfrm>
            <a:off x="1470275" y="1250525"/>
            <a:ext cx="2118600" cy="5835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Oxanium Medium"/>
                <a:ea typeface="Oxanium Medium"/>
                <a:cs typeface="Oxanium Medium"/>
                <a:sym typeface="Oxanium Medium"/>
              </a:rPr>
              <a:t>Core</a:t>
            </a:r>
            <a:endParaRPr sz="2400">
              <a:latin typeface="Oxanium Medium"/>
              <a:ea typeface="Oxanium Medium"/>
              <a:cs typeface="Oxanium Medium"/>
              <a:sym typeface="Oxanium Medium"/>
            </a:endParaRPr>
          </a:p>
        </p:txBody>
      </p:sp>
      <p:cxnSp>
        <p:nvCxnSpPr>
          <p:cNvPr id="737" name="Google Shape;737;p47"/>
          <p:cNvCxnSpPr/>
          <p:nvPr/>
        </p:nvCxnSpPr>
        <p:spPr>
          <a:xfrm>
            <a:off x="3169640" y="1543375"/>
            <a:ext cx="298200" cy="0"/>
          </a:xfrm>
          <a:prstGeom prst="straightConnector1">
            <a:avLst/>
          </a:prstGeom>
          <a:noFill/>
          <a:ln cap="flat" cmpd="sng" w="9525">
            <a:solidFill>
              <a:schemeClr val="dk1"/>
            </a:solidFill>
            <a:prstDash val="solid"/>
            <a:round/>
            <a:headEnd len="med" w="med" type="none"/>
            <a:tailEnd len="med" w="med" type="triangle"/>
          </a:ln>
        </p:spPr>
      </p:cxnSp>
      <p:sp>
        <p:nvSpPr>
          <p:cNvPr id="738" name="Google Shape;738;p47"/>
          <p:cNvSpPr/>
          <p:nvPr/>
        </p:nvSpPr>
        <p:spPr>
          <a:xfrm>
            <a:off x="1676250" y="1985275"/>
            <a:ext cx="2118600" cy="5835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Oxanium Medium"/>
                <a:ea typeface="Oxanium Medium"/>
                <a:cs typeface="Oxanium Medium"/>
                <a:sym typeface="Oxanium Medium"/>
              </a:rPr>
              <a:t>Loom</a:t>
            </a:r>
            <a:endParaRPr sz="2400">
              <a:latin typeface="Oxanium Medium"/>
              <a:ea typeface="Oxanium Medium"/>
              <a:cs typeface="Oxanium Medium"/>
              <a:sym typeface="Oxanium Medium"/>
            </a:endParaRPr>
          </a:p>
        </p:txBody>
      </p:sp>
      <p:sp>
        <p:nvSpPr>
          <p:cNvPr id="739" name="Google Shape;739;p47"/>
          <p:cNvSpPr/>
          <p:nvPr/>
        </p:nvSpPr>
        <p:spPr>
          <a:xfrm>
            <a:off x="1470275" y="2720002"/>
            <a:ext cx="2118600" cy="5835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Oxanium Medium"/>
                <a:ea typeface="Oxanium Medium"/>
                <a:cs typeface="Oxanium Medium"/>
                <a:sym typeface="Oxanium Medium"/>
              </a:rPr>
              <a:t>CLI</a:t>
            </a:r>
            <a:endParaRPr sz="2400">
              <a:latin typeface="Oxanium Medium"/>
              <a:ea typeface="Oxanium Medium"/>
              <a:cs typeface="Oxanium Medium"/>
              <a:sym typeface="Oxanium Medium"/>
            </a:endParaRPr>
          </a:p>
        </p:txBody>
      </p:sp>
      <p:sp>
        <p:nvSpPr>
          <p:cNvPr id="740" name="Google Shape;740;p47"/>
          <p:cNvSpPr/>
          <p:nvPr/>
        </p:nvSpPr>
        <p:spPr>
          <a:xfrm>
            <a:off x="3793675" y="1250525"/>
            <a:ext cx="4425000" cy="583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Courier New"/>
                <a:ea typeface="Courier New"/>
                <a:cs typeface="Courier New"/>
                <a:sym typeface="Courier New"/>
              </a:rPr>
              <a:t>&gt; pip install </a:t>
            </a:r>
            <a:r>
              <a:rPr b="1" lang="en">
                <a:solidFill>
                  <a:schemeClr val="dk1"/>
                </a:solidFill>
                <a:latin typeface="Courier New"/>
                <a:ea typeface="Courier New"/>
                <a:cs typeface="Courier New"/>
                <a:sym typeface="Courier New"/>
              </a:rPr>
              <a:t>scrapegoat</a:t>
            </a:r>
            <a:r>
              <a:rPr b="1" lang="en">
                <a:solidFill>
                  <a:schemeClr val="dk1"/>
                </a:solidFill>
                <a:latin typeface="Courier New"/>
                <a:ea typeface="Courier New"/>
                <a:cs typeface="Courier New"/>
                <a:sym typeface="Courier New"/>
              </a:rPr>
              <a:t>-core</a:t>
            </a:r>
            <a:endParaRPr b="1">
              <a:solidFill>
                <a:schemeClr val="dk1"/>
              </a:solidFill>
              <a:latin typeface="Courier New"/>
              <a:ea typeface="Courier New"/>
              <a:cs typeface="Courier New"/>
              <a:sym typeface="Courier New"/>
            </a:endParaRPr>
          </a:p>
        </p:txBody>
      </p:sp>
      <p:sp>
        <p:nvSpPr>
          <p:cNvPr id="741" name="Google Shape;741;p47"/>
          <p:cNvSpPr/>
          <p:nvPr/>
        </p:nvSpPr>
        <p:spPr>
          <a:xfrm>
            <a:off x="4005750" y="1985275"/>
            <a:ext cx="4425000" cy="583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Courier New"/>
                <a:ea typeface="Courier New"/>
                <a:cs typeface="Courier New"/>
                <a:sym typeface="Courier New"/>
              </a:rPr>
              <a:t>&gt; </a:t>
            </a:r>
            <a:r>
              <a:rPr b="1" lang="en">
                <a:solidFill>
                  <a:schemeClr val="dk1"/>
                </a:solidFill>
                <a:latin typeface="Courier New"/>
                <a:ea typeface="Courier New"/>
                <a:cs typeface="Courier New"/>
                <a:sym typeface="Courier New"/>
              </a:rPr>
              <a:t>p</a:t>
            </a:r>
            <a:r>
              <a:rPr b="1" lang="en">
                <a:solidFill>
                  <a:schemeClr val="dk1"/>
                </a:solidFill>
                <a:latin typeface="Courier New"/>
                <a:ea typeface="Courier New"/>
                <a:cs typeface="Courier New"/>
                <a:sym typeface="Courier New"/>
              </a:rPr>
              <a:t>ip install scrapegoat-loom</a:t>
            </a:r>
            <a:endParaRPr b="1">
              <a:solidFill>
                <a:schemeClr val="dk1"/>
              </a:solidFill>
              <a:latin typeface="Courier New"/>
              <a:ea typeface="Courier New"/>
              <a:cs typeface="Courier New"/>
              <a:sym typeface="Courier New"/>
            </a:endParaRPr>
          </a:p>
        </p:txBody>
      </p:sp>
      <p:sp>
        <p:nvSpPr>
          <p:cNvPr id="742" name="Google Shape;742;p47"/>
          <p:cNvSpPr/>
          <p:nvPr/>
        </p:nvSpPr>
        <p:spPr>
          <a:xfrm>
            <a:off x="1676250" y="3454752"/>
            <a:ext cx="2118600" cy="583500"/>
          </a:xfrm>
          <a:prstGeom prst="round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Oxanium Medium"/>
                <a:ea typeface="Oxanium Medium"/>
                <a:cs typeface="Oxanium Medium"/>
                <a:sym typeface="Oxanium Medium"/>
              </a:rPr>
              <a:t>LSP</a:t>
            </a:r>
            <a:endParaRPr sz="2400">
              <a:latin typeface="Oxanium Medium"/>
              <a:ea typeface="Oxanium Medium"/>
              <a:cs typeface="Oxanium Medium"/>
              <a:sym typeface="Oxanium Medium"/>
            </a:endParaRPr>
          </a:p>
        </p:txBody>
      </p:sp>
      <p:sp>
        <p:nvSpPr>
          <p:cNvPr id="743" name="Google Shape;743;p47"/>
          <p:cNvSpPr/>
          <p:nvPr/>
        </p:nvSpPr>
        <p:spPr>
          <a:xfrm>
            <a:off x="3793675" y="2720002"/>
            <a:ext cx="4425000" cy="583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Courier New"/>
                <a:ea typeface="Courier New"/>
                <a:cs typeface="Courier New"/>
                <a:sym typeface="Courier New"/>
              </a:rPr>
              <a:t>&gt; </a:t>
            </a:r>
            <a:r>
              <a:rPr b="1" lang="en">
                <a:solidFill>
                  <a:schemeClr val="dk1"/>
                </a:solidFill>
                <a:latin typeface="Courier New"/>
                <a:ea typeface="Courier New"/>
                <a:cs typeface="Courier New"/>
                <a:sym typeface="Courier New"/>
              </a:rPr>
              <a:t>scrapegoat</a:t>
            </a:r>
            <a:r>
              <a:rPr b="1" lang="en">
                <a:solidFill>
                  <a:schemeClr val="dk1"/>
                </a:solidFill>
                <a:latin typeface="Courier New"/>
                <a:ea typeface="Courier New"/>
                <a:cs typeface="Courier New"/>
                <a:sym typeface="Courier New"/>
              </a:rPr>
              <a:t> -h</a:t>
            </a:r>
            <a:endParaRPr b="1">
              <a:solidFill>
                <a:schemeClr val="dk1"/>
              </a:solidFill>
              <a:latin typeface="Courier New"/>
              <a:ea typeface="Courier New"/>
              <a:cs typeface="Courier New"/>
              <a:sym typeface="Courier New"/>
            </a:endParaRPr>
          </a:p>
        </p:txBody>
      </p:sp>
      <p:cxnSp>
        <p:nvCxnSpPr>
          <p:cNvPr id="744" name="Google Shape;744;p47"/>
          <p:cNvCxnSpPr/>
          <p:nvPr/>
        </p:nvCxnSpPr>
        <p:spPr>
          <a:xfrm>
            <a:off x="3375915" y="2276954"/>
            <a:ext cx="298200" cy="0"/>
          </a:xfrm>
          <a:prstGeom prst="straightConnector1">
            <a:avLst/>
          </a:prstGeom>
          <a:noFill/>
          <a:ln cap="flat" cmpd="sng" w="9525">
            <a:solidFill>
              <a:schemeClr val="dk1"/>
            </a:solidFill>
            <a:prstDash val="solid"/>
            <a:round/>
            <a:headEnd len="med" w="med" type="none"/>
            <a:tailEnd len="med" w="med" type="triangle"/>
          </a:ln>
        </p:spPr>
      </p:cxnSp>
      <p:cxnSp>
        <p:nvCxnSpPr>
          <p:cNvPr id="745" name="Google Shape;745;p47"/>
          <p:cNvCxnSpPr/>
          <p:nvPr/>
        </p:nvCxnSpPr>
        <p:spPr>
          <a:xfrm>
            <a:off x="3169640" y="3016040"/>
            <a:ext cx="298200" cy="0"/>
          </a:xfrm>
          <a:prstGeom prst="straightConnector1">
            <a:avLst/>
          </a:prstGeom>
          <a:noFill/>
          <a:ln cap="flat" cmpd="sng" w="9525">
            <a:solidFill>
              <a:schemeClr val="dk1"/>
            </a:solidFill>
            <a:prstDash val="solid"/>
            <a:round/>
            <a:headEnd len="med" w="med" type="none"/>
            <a:tailEnd len="med" w="med" type="triangle"/>
          </a:ln>
        </p:spPr>
      </p:cxnSp>
      <p:sp>
        <p:nvSpPr>
          <p:cNvPr id="746" name="Google Shape;746;p47"/>
          <p:cNvSpPr/>
          <p:nvPr/>
        </p:nvSpPr>
        <p:spPr>
          <a:xfrm>
            <a:off x="4005750" y="3454750"/>
            <a:ext cx="4519800" cy="583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Poppins"/>
                <a:ea typeface="Poppins"/>
                <a:cs typeface="Poppins"/>
                <a:sym typeface="Poppins"/>
              </a:rPr>
              <a:t>*</a:t>
            </a:r>
            <a:r>
              <a:rPr lang="en">
                <a:solidFill>
                  <a:schemeClr val="dk1"/>
                </a:solidFill>
                <a:latin typeface="Poppins"/>
                <a:ea typeface="Poppins"/>
                <a:cs typeface="Poppins"/>
                <a:sym typeface="Poppins"/>
              </a:rPr>
              <a:t>Goatspeak extension available December 2nd</a:t>
            </a:r>
            <a:endParaRPr>
              <a:solidFill>
                <a:schemeClr val="dk1"/>
              </a:solidFill>
              <a:latin typeface="Courier New"/>
              <a:ea typeface="Courier New"/>
              <a:cs typeface="Courier New"/>
              <a:sym typeface="Courier New"/>
            </a:endParaRPr>
          </a:p>
        </p:txBody>
      </p:sp>
      <p:sp>
        <p:nvSpPr>
          <p:cNvPr id="747" name="Google Shape;747;p47"/>
          <p:cNvSpPr/>
          <p:nvPr/>
        </p:nvSpPr>
        <p:spPr>
          <a:xfrm>
            <a:off x="720000" y="1250525"/>
            <a:ext cx="585300" cy="583500"/>
          </a:xfrm>
          <a:prstGeom prst="roundRect">
            <a:avLst>
              <a:gd fmla="val 16667"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latin typeface="Oxanium Medium"/>
              <a:ea typeface="Oxanium Medium"/>
              <a:cs typeface="Oxanium Medium"/>
              <a:sym typeface="Oxanium Medium"/>
            </a:endParaRPr>
          </a:p>
        </p:txBody>
      </p:sp>
      <p:sp>
        <p:nvSpPr>
          <p:cNvPr id="748" name="Google Shape;748;p47"/>
          <p:cNvSpPr/>
          <p:nvPr/>
        </p:nvSpPr>
        <p:spPr>
          <a:xfrm>
            <a:off x="923304" y="1985200"/>
            <a:ext cx="585300" cy="583500"/>
          </a:xfrm>
          <a:prstGeom prst="roundRect">
            <a:avLst>
              <a:gd fmla="val 16667"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latin typeface="Oxanium Medium"/>
              <a:ea typeface="Oxanium Medium"/>
              <a:cs typeface="Oxanium Medium"/>
              <a:sym typeface="Oxanium Medium"/>
            </a:endParaRPr>
          </a:p>
        </p:txBody>
      </p:sp>
      <p:cxnSp>
        <p:nvCxnSpPr>
          <p:cNvPr id="749" name="Google Shape;749;p47"/>
          <p:cNvCxnSpPr/>
          <p:nvPr/>
        </p:nvCxnSpPr>
        <p:spPr>
          <a:xfrm>
            <a:off x="3375915" y="3749620"/>
            <a:ext cx="298200" cy="0"/>
          </a:xfrm>
          <a:prstGeom prst="straightConnector1">
            <a:avLst/>
          </a:prstGeom>
          <a:noFill/>
          <a:ln cap="flat" cmpd="sng" w="9525">
            <a:solidFill>
              <a:schemeClr val="dk1"/>
            </a:solidFill>
            <a:prstDash val="solid"/>
            <a:round/>
            <a:headEnd len="med" w="med" type="none"/>
            <a:tailEnd len="med" w="med" type="triangle"/>
          </a:ln>
        </p:spPr>
      </p:cxnSp>
      <p:sp>
        <p:nvSpPr>
          <p:cNvPr id="750" name="Google Shape;750;p47"/>
          <p:cNvSpPr/>
          <p:nvPr/>
        </p:nvSpPr>
        <p:spPr>
          <a:xfrm>
            <a:off x="720000" y="2719875"/>
            <a:ext cx="585300" cy="583500"/>
          </a:xfrm>
          <a:prstGeom prst="roundRect">
            <a:avLst>
              <a:gd fmla="val 16667"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latin typeface="Oxanium Medium"/>
              <a:ea typeface="Oxanium Medium"/>
              <a:cs typeface="Oxanium Medium"/>
              <a:sym typeface="Oxanium Medium"/>
            </a:endParaRPr>
          </a:p>
        </p:txBody>
      </p:sp>
      <p:sp>
        <p:nvSpPr>
          <p:cNvPr id="751" name="Google Shape;751;p47"/>
          <p:cNvSpPr/>
          <p:nvPr/>
        </p:nvSpPr>
        <p:spPr>
          <a:xfrm>
            <a:off x="923304" y="3454550"/>
            <a:ext cx="585300" cy="583500"/>
          </a:xfrm>
          <a:prstGeom prst="round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latin typeface="Oxanium Medium"/>
              <a:ea typeface="Oxanium Medium"/>
              <a:cs typeface="Oxanium Medium"/>
              <a:sym typeface="Oxanium Medium"/>
            </a:endParaRPr>
          </a:p>
        </p:txBody>
      </p:sp>
      <p:sp>
        <p:nvSpPr>
          <p:cNvPr id="752" name="Google Shape;752;p47"/>
          <p:cNvSpPr/>
          <p:nvPr/>
        </p:nvSpPr>
        <p:spPr>
          <a:xfrm>
            <a:off x="1472950" y="4189702"/>
            <a:ext cx="2118600" cy="5835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Oxanium Medium"/>
                <a:ea typeface="Oxanium Medium"/>
                <a:cs typeface="Oxanium Medium"/>
                <a:sym typeface="Oxanium Medium"/>
              </a:rPr>
              <a:t>Docs</a:t>
            </a:r>
            <a:endParaRPr sz="2400">
              <a:latin typeface="Oxanium Medium"/>
              <a:ea typeface="Oxanium Medium"/>
              <a:cs typeface="Oxanium Medium"/>
              <a:sym typeface="Oxanium Medium"/>
            </a:endParaRPr>
          </a:p>
        </p:txBody>
      </p:sp>
      <p:sp>
        <p:nvSpPr>
          <p:cNvPr id="753" name="Google Shape;753;p47"/>
          <p:cNvSpPr/>
          <p:nvPr/>
        </p:nvSpPr>
        <p:spPr>
          <a:xfrm>
            <a:off x="3802450" y="4189700"/>
            <a:ext cx="4519800" cy="5835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1"/>
                </a:solidFill>
                <a:latin typeface="Poppins"/>
                <a:ea typeface="Poppins"/>
                <a:cs typeface="Poppins"/>
                <a:sym typeface="Poppins"/>
              </a:rPr>
              <a:t>*Documentation available December 2nd</a:t>
            </a:r>
            <a:endParaRPr>
              <a:solidFill>
                <a:schemeClr val="dk1"/>
              </a:solidFill>
              <a:latin typeface="Courier New"/>
              <a:ea typeface="Courier New"/>
              <a:cs typeface="Courier New"/>
              <a:sym typeface="Courier New"/>
            </a:endParaRPr>
          </a:p>
        </p:txBody>
      </p:sp>
      <p:cxnSp>
        <p:nvCxnSpPr>
          <p:cNvPr id="754" name="Google Shape;754;p47"/>
          <p:cNvCxnSpPr/>
          <p:nvPr/>
        </p:nvCxnSpPr>
        <p:spPr>
          <a:xfrm>
            <a:off x="3172615" y="4484570"/>
            <a:ext cx="298200" cy="0"/>
          </a:xfrm>
          <a:prstGeom prst="straightConnector1">
            <a:avLst/>
          </a:prstGeom>
          <a:noFill/>
          <a:ln cap="flat" cmpd="sng" w="9525">
            <a:solidFill>
              <a:schemeClr val="dk1"/>
            </a:solidFill>
            <a:prstDash val="solid"/>
            <a:round/>
            <a:headEnd len="med" w="med" type="none"/>
            <a:tailEnd len="med" w="med" type="triangle"/>
          </a:ln>
        </p:spPr>
      </p:cxnSp>
      <p:sp>
        <p:nvSpPr>
          <p:cNvPr id="755" name="Google Shape;755;p47"/>
          <p:cNvSpPr/>
          <p:nvPr/>
        </p:nvSpPr>
        <p:spPr>
          <a:xfrm>
            <a:off x="720004" y="4189500"/>
            <a:ext cx="585300" cy="583500"/>
          </a:xfrm>
          <a:prstGeom prst="round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latin typeface="Oxanium Medium"/>
              <a:ea typeface="Oxanium Medium"/>
              <a:cs typeface="Oxanium Medium"/>
              <a:sym typeface="Oxanium Medium"/>
            </a:endParaRPr>
          </a:p>
        </p:txBody>
      </p:sp>
      <p:grpSp>
        <p:nvGrpSpPr>
          <p:cNvPr id="756" name="Google Shape;756;p47"/>
          <p:cNvGrpSpPr/>
          <p:nvPr/>
        </p:nvGrpSpPr>
        <p:grpSpPr>
          <a:xfrm>
            <a:off x="820619" y="2819601"/>
            <a:ext cx="384058" cy="384058"/>
            <a:chOff x="4004875" y="1904625"/>
            <a:chExt cx="361875" cy="361875"/>
          </a:xfrm>
        </p:grpSpPr>
        <p:sp>
          <p:nvSpPr>
            <p:cNvPr id="757" name="Google Shape;757;p47"/>
            <p:cNvSpPr/>
            <p:nvPr/>
          </p:nvSpPr>
          <p:spPr>
            <a:xfrm>
              <a:off x="4114425" y="1994900"/>
              <a:ext cx="35050" cy="51675"/>
            </a:xfrm>
            <a:custGeom>
              <a:rect b="b" l="l" r="r" t="t"/>
              <a:pathLst>
                <a:path extrusionOk="0" h="2067" w="1402">
                  <a:moveTo>
                    <a:pt x="1062" y="1"/>
                  </a:moveTo>
                  <a:cubicBezTo>
                    <a:pt x="1017" y="1"/>
                    <a:pt x="969" y="19"/>
                    <a:pt x="927" y="62"/>
                  </a:cubicBezTo>
                  <a:lnTo>
                    <a:pt x="93" y="864"/>
                  </a:lnTo>
                  <a:cubicBezTo>
                    <a:pt x="1" y="957"/>
                    <a:pt x="1" y="1080"/>
                    <a:pt x="93" y="1173"/>
                  </a:cubicBezTo>
                  <a:lnTo>
                    <a:pt x="958" y="2006"/>
                  </a:lnTo>
                  <a:cubicBezTo>
                    <a:pt x="1001" y="2049"/>
                    <a:pt x="1050" y="2067"/>
                    <a:pt x="1099" y="2067"/>
                  </a:cubicBezTo>
                  <a:cubicBezTo>
                    <a:pt x="1258" y="2067"/>
                    <a:pt x="1401" y="1870"/>
                    <a:pt x="1235" y="1728"/>
                  </a:cubicBezTo>
                  <a:lnTo>
                    <a:pt x="556" y="1018"/>
                  </a:lnTo>
                  <a:lnTo>
                    <a:pt x="1205" y="370"/>
                  </a:lnTo>
                  <a:cubicBezTo>
                    <a:pt x="1347" y="204"/>
                    <a:pt x="1215" y="1"/>
                    <a:pt x="106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58" name="Google Shape;758;p47"/>
            <p:cNvSpPr/>
            <p:nvPr/>
          </p:nvSpPr>
          <p:spPr>
            <a:xfrm>
              <a:off x="4222750" y="1994900"/>
              <a:ext cx="33675" cy="51675"/>
            </a:xfrm>
            <a:custGeom>
              <a:rect b="b" l="l" r="r" t="t"/>
              <a:pathLst>
                <a:path extrusionOk="0" h="2067" w="1347">
                  <a:moveTo>
                    <a:pt x="297" y="0"/>
                  </a:moveTo>
                  <a:cubicBezTo>
                    <a:pt x="131" y="0"/>
                    <a:pt x="1" y="197"/>
                    <a:pt x="143" y="339"/>
                  </a:cubicBezTo>
                  <a:lnTo>
                    <a:pt x="822" y="1049"/>
                  </a:lnTo>
                  <a:lnTo>
                    <a:pt x="174" y="1697"/>
                  </a:lnTo>
                  <a:cubicBezTo>
                    <a:pt x="31" y="1864"/>
                    <a:pt x="163" y="2067"/>
                    <a:pt x="330" y="2067"/>
                  </a:cubicBezTo>
                  <a:cubicBezTo>
                    <a:pt x="380" y="2067"/>
                    <a:pt x="433" y="2048"/>
                    <a:pt x="482" y="2006"/>
                  </a:cubicBezTo>
                  <a:lnTo>
                    <a:pt x="1285" y="1203"/>
                  </a:lnTo>
                  <a:cubicBezTo>
                    <a:pt x="1346" y="1111"/>
                    <a:pt x="1346" y="987"/>
                    <a:pt x="1285" y="895"/>
                  </a:cubicBezTo>
                  <a:lnTo>
                    <a:pt x="451" y="62"/>
                  </a:lnTo>
                  <a:cubicBezTo>
                    <a:pt x="401" y="19"/>
                    <a:pt x="348" y="0"/>
                    <a:pt x="29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59" name="Google Shape;759;p47"/>
            <p:cNvSpPr/>
            <p:nvPr/>
          </p:nvSpPr>
          <p:spPr>
            <a:xfrm>
              <a:off x="4165875" y="1982250"/>
              <a:ext cx="39625" cy="75850"/>
            </a:xfrm>
            <a:custGeom>
              <a:rect b="b" l="l" r="r" t="t"/>
              <a:pathLst>
                <a:path extrusionOk="0" h="3034" w="1585">
                  <a:moveTo>
                    <a:pt x="1357" y="1"/>
                  </a:moveTo>
                  <a:cubicBezTo>
                    <a:pt x="1272" y="1"/>
                    <a:pt x="1176" y="41"/>
                    <a:pt x="1153" y="135"/>
                  </a:cubicBezTo>
                  <a:lnTo>
                    <a:pt x="42" y="2759"/>
                  </a:lnTo>
                  <a:cubicBezTo>
                    <a:pt x="0" y="2923"/>
                    <a:pt x="124" y="3033"/>
                    <a:pt x="247" y="3033"/>
                  </a:cubicBezTo>
                  <a:cubicBezTo>
                    <a:pt x="309" y="3033"/>
                    <a:pt x="371" y="3006"/>
                    <a:pt x="412" y="2944"/>
                  </a:cubicBezTo>
                  <a:lnTo>
                    <a:pt x="1554" y="290"/>
                  </a:lnTo>
                  <a:cubicBezTo>
                    <a:pt x="1585" y="197"/>
                    <a:pt x="1523" y="74"/>
                    <a:pt x="1430" y="12"/>
                  </a:cubicBezTo>
                  <a:cubicBezTo>
                    <a:pt x="1408" y="5"/>
                    <a:pt x="1383" y="1"/>
                    <a:pt x="135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60" name="Google Shape;760;p47"/>
            <p:cNvSpPr/>
            <p:nvPr/>
          </p:nvSpPr>
          <p:spPr>
            <a:xfrm>
              <a:off x="4004875" y="1904625"/>
              <a:ext cx="361875" cy="361875"/>
            </a:xfrm>
            <a:custGeom>
              <a:rect b="b" l="l" r="r" t="t"/>
              <a:pathLst>
                <a:path extrusionOk="0" h="14475" w="14475">
                  <a:moveTo>
                    <a:pt x="10833" y="432"/>
                  </a:moveTo>
                  <a:cubicBezTo>
                    <a:pt x="11327" y="432"/>
                    <a:pt x="11728" y="802"/>
                    <a:pt x="11728" y="1296"/>
                  </a:cubicBezTo>
                  <a:lnTo>
                    <a:pt x="11728" y="1636"/>
                  </a:lnTo>
                  <a:lnTo>
                    <a:pt x="2747" y="1636"/>
                  </a:lnTo>
                  <a:lnTo>
                    <a:pt x="2747" y="1296"/>
                  </a:lnTo>
                  <a:cubicBezTo>
                    <a:pt x="2747" y="833"/>
                    <a:pt x="3148" y="432"/>
                    <a:pt x="3642" y="432"/>
                  </a:cubicBezTo>
                  <a:close/>
                  <a:moveTo>
                    <a:pt x="11728" y="2068"/>
                  </a:moveTo>
                  <a:lnTo>
                    <a:pt x="11728" y="6697"/>
                  </a:lnTo>
                  <a:cubicBezTo>
                    <a:pt x="11728" y="7191"/>
                    <a:pt x="11327" y="7592"/>
                    <a:pt x="10864" y="7592"/>
                  </a:cubicBezTo>
                  <a:lnTo>
                    <a:pt x="3642" y="7592"/>
                  </a:lnTo>
                  <a:cubicBezTo>
                    <a:pt x="3148" y="7592"/>
                    <a:pt x="2747" y="7191"/>
                    <a:pt x="2747" y="6697"/>
                  </a:cubicBezTo>
                  <a:lnTo>
                    <a:pt x="2747" y="2068"/>
                  </a:lnTo>
                  <a:close/>
                  <a:moveTo>
                    <a:pt x="14043" y="9660"/>
                  </a:moveTo>
                  <a:lnTo>
                    <a:pt x="14043" y="10678"/>
                  </a:lnTo>
                  <a:cubicBezTo>
                    <a:pt x="14043" y="11049"/>
                    <a:pt x="13734" y="11357"/>
                    <a:pt x="13395" y="11357"/>
                  </a:cubicBezTo>
                  <a:lnTo>
                    <a:pt x="13395" y="11326"/>
                  </a:lnTo>
                  <a:lnTo>
                    <a:pt x="1112" y="11326"/>
                  </a:lnTo>
                  <a:cubicBezTo>
                    <a:pt x="741" y="11326"/>
                    <a:pt x="433" y="11049"/>
                    <a:pt x="433" y="10678"/>
                  </a:cubicBezTo>
                  <a:lnTo>
                    <a:pt x="433" y="9660"/>
                  </a:lnTo>
                  <a:close/>
                  <a:moveTo>
                    <a:pt x="8148" y="11758"/>
                  </a:moveTo>
                  <a:lnTo>
                    <a:pt x="8148" y="13147"/>
                  </a:lnTo>
                  <a:lnTo>
                    <a:pt x="6389" y="13147"/>
                  </a:lnTo>
                  <a:lnTo>
                    <a:pt x="6389" y="11758"/>
                  </a:lnTo>
                  <a:close/>
                  <a:moveTo>
                    <a:pt x="3642" y="0"/>
                  </a:moveTo>
                  <a:cubicBezTo>
                    <a:pt x="2902" y="0"/>
                    <a:pt x="2315" y="586"/>
                    <a:pt x="2315" y="1296"/>
                  </a:cubicBezTo>
                  <a:lnTo>
                    <a:pt x="2315" y="2160"/>
                  </a:lnTo>
                  <a:lnTo>
                    <a:pt x="1081" y="2160"/>
                  </a:lnTo>
                  <a:cubicBezTo>
                    <a:pt x="494" y="2160"/>
                    <a:pt x="1" y="2654"/>
                    <a:pt x="1" y="3271"/>
                  </a:cubicBezTo>
                  <a:lnTo>
                    <a:pt x="1" y="3981"/>
                  </a:lnTo>
                  <a:cubicBezTo>
                    <a:pt x="1" y="4120"/>
                    <a:pt x="109" y="4189"/>
                    <a:pt x="217" y="4189"/>
                  </a:cubicBezTo>
                  <a:cubicBezTo>
                    <a:pt x="325" y="4189"/>
                    <a:pt x="433" y="4120"/>
                    <a:pt x="433" y="3981"/>
                  </a:cubicBezTo>
                  <a:lnTo>
                    <a:pt x="433" y="3271"/>
                  </a:lnTo>
                  <a:cubicBezTo>
                    <a:pt x="433" y="2901"/>
                    <a:pt x="710" y="2592"/>
                    <a:pt x="1081" y="2592"/>
                  </a:cubicBezTo>
                  <a:lnTo>
                    <a:pt x="2315" y="2592"/>
                  </a:lnTo>
                  <a:lnTo>
                    <a:pt x="2315" y="6697"/>
                  </a:lnTo>
                  <a:cubicBezTo>
                    <a:pt x="2315" y="7407"/>
                    <a:pt x="2902" y="7993"/>
                    <a:pt x="3642" y="7993"/>
                  </a:cubicBezTo>
                  <a:lnTo>
                    <a:pt x="10833" y="7993"/>
                  </a:lnTo>
                  <a:cubicBezTo>
                    <a:pt x="11574" y="7993"/>
                    <a:pt x="12129" y="7407"/>
                    <a:pt x="12129" y="6697"/>
                  </a:cubicBezTo>
                  <a:lnTo>
                    <a:pt x="12129" y="2592"/>
                  </a:lnTo>
                  <a:lnTo>
                    <a:pt x="13395" y="2592"/>
                  </a:lnTo>
                  <a:cubicBezTo>
                    <a:pt x="13734" y="2592"/>
                    <a:pt x="14043" y="2901"/>
                    <a:pt x="14043" y="3271"/>
                  </a:cubicBezTo>
                  <a:lnTo>
                    <a:pt x="14043" y="9228"/>
                  </a:lnTo>
                  <a:lnTo>
                    <a:pt x="433" y="9228"/>
                  </a:lnTo>
                  <a:lnTo>
                    <a:pt x="433" y="5185"/>
                  </a:lnTo>
                  <a:cubicBezTo>
                    <a:pt x="433" y="5046"/>
                    <a:pt x="325" y="4976"/>
                    <a:pt x="217" y="4976"/>
                  </a:cubicBezTo>
                  <a:cubicBezTo>
                    <a:pt x="109" y="4976"/>
                    <a:pt x="1" y="5046"/>
                    <a:pt x="1" y="5185"/>
                  </a:cubicBezTo>
                  <a:lnTo>
                    <a:pt x="1" y="10678"/>
                  </a:lnTo>
                  <a:cubicBezTo>
                    <a:pt x="1" y="11265"/>
                    <a:pt x="494" y="11758"/>
                    <a:pt x="1112" y="11758"/>
                  </a:cubicBezTo>
                  <a:lnTo>
                    <a:pt x="5957" y="11758"/>
                  </a:lnTo>
                  <a:lnTo>
                    <a:pt x="5957" y="13147"/>
                  </a:lnTo>
                  <a:lnTo>
                    <a:pt x="4877" y="13147"/>
                  </a:lnTo>
                  <a:cubicBezTo>
                    <a:pt x="4043" y="13147"/>
                    <a:pt x="4043" y="14474"/>
                    <a:pt x="4877" y="14474"/>
                  </a:cubicBezTo>
                  <a:lnTo>
                    <a:pt x="7809" y="14474"/>
                  </a:lnTo>
                  <a:cubicBezTo>
                    <a:pt x="8077" y="14474"/>
                    <a:pt x="8086" y="14071"/>
                    <a:pt x="7836" y="14071"/>
                  </a:cubicBezTo>
                  <a:cubicBezTo>
                    <a:pt x="7827" y="14071"/>
                    <a:pt x="7818" y="14072"/>
                    <a:pt x="7809" y="14073"/>
                  </a:cubicBezTo>
                  <a:lnTo>
                    <a:pt x="4877" y="14073"/>
                  </a:lnTo>
                  <a:cubicBezTo>
                    <a:pt x="4599" y="14011"/>
                    <a:pt x="4599" y="13610"/>
                    <a:pt x="4877" y="13579"/>
                  </a:cubicBezTo>
                  <a:lnTo>
                    <a:pt x="9599" y="13579"/>
                  </a:lnTo>
                  <a:cubicBezTo>
                    <a:pt x="9876" y="13610"/>
                    <a:pt x="9876" y="14011"/>
                    <a:pt x="9599" y="14073"/>
                  </a:cubicBezTo>
                  <a:lnTo>
                    <a:pt x="9043" y="14073"/>
                  </a:lnTo>
                  <a:cubicBezTo>
                    <a:pt x="8765" y="14073"/>
                    <a:pt x="8765" y="14474"/>
                    <a:pt x="9043" y="14474"/>
                  </a:cubicBezTo>
                  <a:lnTo>
                    <a:pt x="9599" y="14474"/>
                  </a:lnTo>
                  <a:cubicBezTo>
                    <a:pt x="10432" y="14474"/>
                    <a:pt x="10432" y="13147"/>
                    <a:pt x="9599" y="13147"/>
                  </a:cubicBezTo>
                  <a:lnTo>
                    <a:pt x="8549" y="13147"/>
                  </a:lnTo>
                  <a:lnTo>
                    <a:pt x="8549" y="11758"/>
                  </a:lnTo>
                  <a:lnTo>
                    <a:pt x="13364" y="11758"/>
                  </a:lnTo>
                  <a:cubicBezTo>
                    <a:pt x="13981" y="11758"/>
                    <a:pt x="14475" y="11265"/>
                    <a:pt x="14475" y="10678"/>
                  </a:cubicBezTo>
                  <a:lnTo>
                    <a:pt x="14475" y="3271"/>
                  </a:lnTo>
                  <a:cubicBezTo>
                    <a:pt x="14475" y="2654"/>
                    <a:pt x="13981" y="2160"/>
                    <a:pt x="13364" y="2160"/>
                  </a:cubicBezTo>
                  <a:lnTo>
                    <a:pt x="12129" y="2160"/>
                  </a:lnTo>
                  <a:lnTo>
                    <a:pt x="12129" y="1296"/>
                  </a:lnTo>
                  <a:cubicBezTo>
                    <a:pt x="12129" y="586"/>
                    <a:pt x="11574" y="0"/>
                    <a:pt x="1083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61" name="Google Shape;761;p47"/>
            <p:cNvSpPr/>
            <p:nvPr/>
          </p:nvSpPr>
          <p:spPr>
            <a:xfrm>
              <a:off x="4087425" y="1926225"/>
              <a:ext cx="13925" cy="10825"/>
            </a:xfrm>
            <a:custGeom>
              <a:rect b="b" l="l" r="r" t="t"/>
              <a:pathLst>
                <a:path extrusionOk="0" h="433" w="557">
                  <a:moveTo>
                    <a:pt x="278" y="0"/>
                  </a:moveTo>
                  <a:cubicBezTo>
                    <a:pt x="1" y="0"/>
                    <a:pt x="1" y="432"/>
                    <a:pt x="278" y="432"/>
                  </a:cubicBezTo>
                  <a:cubicBezTo>
                    <a:pt x="556" y="432"/>
                    <a:pt x="556" y="0"/>
                    <a:pt x="27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62" name="Google Shape;762;p47"/>
            <p:cNvSpPr/>
            <p:nvPr/>
          </p:nvSpPr>
          <p:spPr>
            <a:xfrm>
              <a:off x="4105175" y="1926225"/>
              <a:ext cx="13925" cy="10825"/>
            </a:xfrm>
            <a:custGeom>
              <a:rect b="b" l="l" r="r" t="t"/>
              <a:pathLst>
                <a:path extrusionOk="0" h="433" w="557">
                  <a:moveTo>
                    <a:pt x="278" y="0"/>
                  </a:moveTo>
                  <a:cubicBezTo>
                    <a:pt x="1" y="0"/>
                    <a:pt x="1" y="432"/>
                    <a:pt x="278" y="432"/>
                  </a:cubicBezTo>
                  <a:cubicBezTo>
                    <a:pt x="556" y="432"/>
                    <a:pt x="556" y="0"/>
                    <a:pt x="27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63" name="Google Shape;763;p47"/>
            <p:cNvSpPr/>
            <p:nvPr/>
          </p:nvSpPr>
          <p:spPr>
            <a:xfrm>
              <a:off x="4122925" y="1926225"/>
              <a:ext cx="14675" cy="10825"/>
            </a:xfrm>
            <a:custGeom>
              <a:rect b="b" l="l" r="r" t="t"/>
              <a:pathLst>
                <a:path extrusionOk="0" h="433" w="587">
                  <a:moveTo>
                    <a:pt x="309" y="0"/>
                  </a:moveTo>
                  <a:cubicBezTo>
                    <a:pt x="0" y="0"/>
                    <a:pt x="0" y="432"/>
                    <a:pt x="309" y="432"/>
                  </a:cubicBezTo>
                  <a:cubicBezTo>
                    <a:pt x="587" y="432"/>
                    <a:pt x="587" y="0"/>
                    <a:pt x="30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grpSp>
      <p:grpSp>
        <p:nvGrpSpPr>
          <p:cNvPr id="764" name="Google Shape;764;p47"/>
          <p:cNvGrpSpPr/>
          <p:nvPr/>
        </p:nvGrpSpPr>
        <p:grpSpPr>
          <a:xfrm>
            <a:off x="1069774" y="3571961"/>
            <a:ext cx="292375" cy="348975"/>
            <a:chOff x="1709625" y="1923875"/>
            <a:chExt cx="292375" cy="348975"/>
          </a:xfrm>
        </p:grpSpPr>
        <p:sp>
          <p:nvSpPr>
            <p:cNvPr id="765" name="Google Shape;765;p47"/>
            <p:cNvSpPr/>
            <p:nvPr/>
          </p:nvSpPr>
          <p:spPr>
            <a:xfrm>
              <a:off x="1709625" y="1923875"/>
              <a:ext cx="292375" cy="348975"/>
            </a:xfrm>
            <a:custGeom>
              <a:rect b="b" l="l" r="r" t="t"/>
              <a:pathLst>
                <a:path extrusionOk="0" h="13959" w="11695">
                  <a:moveTo>
                    <a:pt x="8065" y="403"/>
                  </a:moveTo>
                  <a:cubicBezTo>
                    <a:pt x="8127" y="403"/>
                    <a:pt x="8189" y="465"/>
                    <a:pt x="8189" y="558"/>
                  </a:cubicBezTo>
                  <a:lnTo>
                    <a:pt x="8189" y="1396"/>
                  </a:lnTo>
                  <a:lnTo>
                    <a:pt x="2017" y="1396"/>
                  </a:lnTo>
                  <a:cubicBezTo>
                    <a:pt x="1706" y="1396"/>
                    <a:pt x="1458" y="1644"/>
                    <a:pt x="1458" y="1954"/>
                  </a:cubicBezTo>
                  <a:lnTo>
                    <a:pt x="1458" y="2978"/>
                  </a:lnTo>
                  <a:cubicBezTo>
                    <a:pt x="1458" y="3117"/>
                    <a:pt x="1559" y="3187"/>
                    <a:pt x="1660" y="3187"/>
                  </a:cubicBezTo>
                  <a:cubicBezTo>
                    <a:pt x="1761" y="3187"/>
                    <a:pt x="1862" y="3117"/>
                    <a:pt x="1862" y="2978"/>
                  </a:cubicBezTo>
                  <a:lnTo>
                    <a:pt x="1862" y="1954"/>
                  </a:lnTo>
                  <a:cubicBezTo>
                    <a:pt x="1862" y="1861"/>
                    <a:pt x="1924" y="1799"/>
                    <a:pt x="2017" y="1799"/>
                  </a:cubicBezTo>
                  <a:lnTo>
                    <a:pt x="9523" y="1799"/>
                  </a:lnTo>
                  <a:cubicBezTo>
                    <a:pt x="9616" y="1799"/>
                    <a:pt x="9678" y="1861"/>
                    <a:pt x="9678" y="1954"/>
                  </a:cubicBezTo>
                  <a:lnTo>
                    <a:pt x="9678" y="9182"/>
                  </a:lnTo>
                  <a:lnTo>
                    <a:pt x="6235" y="9182"/>
                  </a:lnTo>
                  <a:cubicBezTo>
                    <a:pt x="5956" y="9182"/>
                    <a:pt x="5708" y="9430"/>
                    <a:pt x="5739" y="9709"/>
                  </a:cubicBezTo>
                  <a:lnTo>
                    <a:pt x="5739" y="12035"/>
                  </a:lnTo>
                  <a:cubicBezTo>
                    <a:pt x="5708" y="12315"/>
                    <a:pt x="5956" y="12563"/>
                    <a:pt x="6235" y="12563"/>
                  </a:cubicBezTo>
                  <a:lnTo>
                    <a:pt x="7228" y="12563"/>
                  </a:lnTo>
                  <a:cubicBezTo>
                    <a:pt x="7507" y="12563"/>
                    <a:pt x="7507" y="12159"/>
                    <a:pt x="7228" y="12159"/>
                  </a:cubicBezTo>
                  <a:lnTo>
                    <a:pt x="6235" y="12159"/>
                  </a:lnTo>
                  <a:cubicBezTo>
                    <a:pt x="6173" y="12128"/>
                    <a:pt x="6142" y="12097"/>
                    <a:pt x="6142" y="12035"/>
                  </a:cubicBezTo>
                  <a:lnTo>
                    <a:pt x="6142" y="9709"/>
                  </a:lnTo>
                  <a:cubicBezTo>
                    <a:pt x="6142" y="9647"/>
                    <a:pt x="6173" y="9616"/>
                    <a:pt x="6235" y="9616"/>
                  </a:cubicBezTo>
                  <a:lnTo>
                    <a:pt x="11198" y="9616"/>
                  </a:lnTo>
                  <a:cubicBezTo>
                    <a:pt x="11260" y="9616"/>
                    <a:pt x="11291" y="9647"/>
                    <a:pt x="11291" y="9709"/>
                  </a:cubicBezTo>
                  <a:lnTo>
                    <a:pt x="11291" y="12035"/>
                  </a:lnTo>
                  <a:cubicBezTo>
                    <a:pt x="11291" y="12066"/>
                    <a:pt x="11260" y="12128"/>
                    <a:pt x="11198" y="12128"/>
                  </a:cubicBezTo>
                  <a:lnTo>
                    <a:pt x="8065" y="12128"/>
                  </a:lnTo>
                  <a:cubicBezTo>
                    <a:pt x="7786" y="12128"/>
                    <a:pt x="7786" y="12532"/>
                    <a:pt x="8065" y="12532"/>
                  </a:cubicBezTo>
                  <a:lnTo>
                    <a:pt x="9647" y="12532"/>
                  </a:lnTo>
                  <a:lnTo>
                    <a:pt x="9647" y="13400"/>
                  </a:lnTo>
                  <a:cubicBezTo>
                    <a:pt x="9647" y="13493"/>
                    <a:pt x="9585" y="13555"/>
                    <a:pt x="9523" y="13555"/>
                  </a:cubicBezTo>
                  <a:lnTo>
                    <a:pt x="2017" y="13555"/>
                  </a:lnTo>
                  <a:cubicBezTo>
                    <a:pt x="1955" y="13555"/>
                    <a:pt x="1893" y="13493"/>
                    <a:pt x="1893" y="13400"/>
                  </a:cubicBezTo>
                  <a:lnTo>
                    <a:pt x="1893" y="3815"/>
                  </a:lnTo>
                  <a:cubicBezTo>
                    <a:pt x="1893" y="3676"/>
                    <a:pt x="1784" y="3606"/>
                    <a:pt x="1675" y="3606"/>
                  </a:cubicBezTo>
                  <a:cubicBezTo>
                    <a:pt x="1567" y="3606"/>
                    <a:pt x="1458" y="3676"/>
                    <a:pt x="1458" y="3815"/>
                  </a:cubicBezTo>
                  <a:lnTo>
                    <a:pt x="1458" y="12159"/>
                  </a:lnTo>
                  <a:lnTo>
                    <a:pt x="559" y="12159"/>
                  </a:lnTo>
                  <a:cubicBezTo>
                    <a:pt x="466" y="12159"/>
                    <a:pt x="404" y="12097"/>
                    <a:pt x="404" y="12004"/>
                  </a:cubicBezTo>
                  <a:lnTo>
                    <a:pt x="404" y="558"/>
                  </a:lnTo>
                  <a:cubicBezTo>
                    <a:pt x="404" y="465"/>
                    <a:pt x="466" y="403"/>
                    <a:pt x="559" y="403"/>
                  </a:cubicBezTo>
                  <a:close/>
                  <a:moveTo>
                    <a:pt x="559" y="0"/>
                  </a:moveTo>
                  <a:cubicBezTo>
                    <a:pt x="249" y="0"/>
                    <a:pt x="0" y="248"/>
                    <a:pt x="0" y="558"/>
                  </a:cubicBezTo>
                  <a:lnTo>
                    <a:pt x="0" y="12035"/>
                  </a:lnTo>
                  <a:cubicBezTo>
                    <a:pt x="0" y="12315"/>
                    <a:pt x="249" y="12563"/>
                    <a:pt x="559" y="12563"/>
                  </a:cubicBezTo>
                  <a:lnTo>
                    <a:pt x="1458" y="12563"/>
                  </a:lnTo>
                  <a:lnTo>
                    <a:pt x="1458" y="13431"/>
                  </a:lnTo>
                  <a:cubicBezTo>
                    <a:pt x="1458" y="13710"/>
                    <a:pt x="1706" y="13959"/>
                    <a:pt x="2017" y="13959"/>
                  </a:cubicBezTo>
                  <a:lnTo>
                    <a:pt x="9523" y="13959"/>
                  </a:lnTo>
                  <a:cubicBezTo>
                    <a:pt x="9834" y="13959"/>
                    <a:pt x="10082" y="13710"/>
                    <a:pt x="10082" y="13400"/>
                  </a:cubicBezTo>
                  <a:lnTo>
                    <a:pt x="10082" y="12532"/>
                  </a:lnTo>
                  <a:lnTo>
                    <a:pt x="11198" y="12532"/>
                  </a:lnTo>
                  <a:cubicBezTo>
                    <a:pt x="11478" y="12532"/>
                    <a:pt x="11695" y="12315"/>
                    <a:pt x="11695" y="12035"/>
                  </a:cubicBezTo>
                  <a:lnTo>
                    <a:pt x="11695" y="9709"/>
                  </a:lnTo>
                  <a:cubicBezTo>
                    <a:pt x="11695" y="9399"/>
                    <a:pt x="11478" y="9182"/>
                    <a:pt x="11198" y="9182"/>
                  </a:cubicBezTo>
                  <a:lnTo>
                    <a:pt x="11198" y="9213"/>
                  </a:lnTo>
                  <a:lnTo>
                    <a:pt x="10082" y="9213"/>
                  </a:lnTo>
                  <a:lnTo>
                    <a:pt x="10082" y="1954"/>
                  </a:lnTo>
                  <a:cubicBezTo>
                    <a:pt x="10082" y="1644"/>
                    <a:pt x="9834" y="1396"/>
                    <a:pt x="9523" y="1396"/>
                  </a:cubicBezTo>
                  <a:lnTo>
                    <a:pt x="8624" y="1396"/>
                  </a:lnTo>
                  <a:lnTo>
                    <a:pt x="8624" y="558"/>
                  </a:lnTo>
                  <a:cubicBezTo>
                    <a:pt x="8624" y="248"/>
                    <a:pt x="8345" y="0"/>
                    <a:pt x="80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66" name="Google Shape;766;p47"/>
            <p:cNvSpPr/>
            <p:nvPr/>
          </p:nvSpPr>
          <p:spPr>
            <a:xfrm>
              <a:off x="1777875" y="2002175"/>
              <a:ext cx="78350" cy="10125"/>
            </a:xfrm>
            <a:custGeom>
              <a:rect b="b" l="l" r="r" t="t"/>
              <a:pathLst>
                <a:path extrusionOk="0" h="405" w="3134">
                  <a:moveTo>
                    <a:pt x="279" y="1"/>
                  </a:moveTo>
                  <a:cubicBezTo>
                    <a:pt x="0" y="1"/>
                    <a:pt x="0" y="404"/>
                    <a:pt x="279" y="404"/>
                  </a:cubicBezTo>
                  <a:lnTo>
                    <a:pt x="2885" y="404"/>
                  </a:lnTo>
                  <a:cubicBezTo>
                    <a:pt x="3133" y="404"/>
                    <a:pt x="3133" y="1"/>
                    <a:pt x="288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67" name="Google Shape;767;p47"/>
            <p:cNvSpPr/>
            <p:nvPr/>
          </p:nvSpPr>
          <p:spPr>
            <a:xfrm>
              <a:off x="1779575" y="2154150"/>
              <a:ext cx="50850" cy="10175"/>
            </a:xfrm>
            <a:custGeom>
              <a:rect b="b" l="l" r="r" t="t"/>
              <a:pathLst>
                <a:path extrusionOk="0" h="407" w="2034">
                  <a:moveTo>
                    <a:pt x="191" y="0"/>
                  </a:moveTo>
                  <a:cubicBezTo>
                    <a:pt x="1" y="0"/>
                    <a:pt x="1" y="406"/>
                    <a:pt x="191" y="406"/>
                  </a:cubicBezTo>
                  <a:cubicBezTo>
                    <a:pt x="197" y="406"/>
                    <a:pt x="204" y="406"/>
                    <a:pt x="211" y="405"/>
                  </a:cubicBezTo>
                  <a:lnTo>
                    <a:pt x="1793" y="405"/>
                  </a:lnTo>
                  <a:cubicBezTo>
                    <a:pt x="1801" y="406"/>
                    <a:pt x="1809" y="406"/>
                    <a:pt x="1817" y="406"/>
                  </a:cubicBezTo>
                  <a:cubicBezTo>
                    <a:pt x="2034" y="406"/>
                    <a:pt x="2034" y="0"/>
                    <a:pt x="1817" y="0"/>
                  </a:cubicBezTo>
                  <a:cubicBezTo>
                    <a:pt x="1809" y="0"/>
                    <a:pt x="1801" y="1"/>
                    <a:pt x="1793" y="2"/>
                  </a:cubicBezTo>
                  <a:lnTo>
                    <a:pt x="211" y="2"/>
                  </a:lnTo>
                  <a:cubicBezTo>
                    <a:pt x="204" y="1"/>
                    <a:pt x="197" y="0"/>
                    <a:pt x="1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68" name="Google Shape;768;p47"/>
            <p:cNvSpPr/>
            <p:nvPr/>
          </p:nvSpPr>
          <p:spPr>
            <a:xfrm>
              <a:off x="1779425" y="2178225"/>
              <a:ext cx="50425" cy="10100"/>
            </a:xfrm>
            <a:custGeom>
              <a:rect b="b" l="l" r="r" t="t"/>
              <a:pathLst>
                <a:path extrusionOk="0" h="404" w="2017">
                  <a:moveTo>
                    <a:pt x="217" y="0"/>
                  </a:moveTo>
                  <a:cubicBezTo>
                    <a:pt x="93" y="0"/>
                    <a:pt x="0" y="93"/>
                    <a:pt x="0" y="217"/>
                  </a:cubicBezTo>
                  <a:cubicBezTo>
                    <a:pt x="0" y="310"/>
                    <a:pt x="93" y="404"/>
                    <a:pt x="217" y="404"/>
                  </a:cubicBezTo>
                  <a:lnTo>
                    <a:pt x="1799" y="404"/>
                  </a:lnTo>
                  <a:cubicBezTo>
                    <a:pt x="1923" y="404"/>
                    <a:pt x="2016" y="310"/>
                    <a:pt x="2016" y="217"/>
                  </a:cubicBezTo>
                  <a:cubicBezTo>
                    <a:pt x="2016" y="93"/>
                    <a:pt x="1923" y="0"/>
                    <a:pt x="17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69" name="Google Shape;769;p47"/>
            <p:cNvSpPr/>
            <p:nvPr/>
          </p:nvSpPr>
          <p:spPr>
            <a:xfrm>
              <a:off x="1777875" y="2203000"/>
              <a:ext cx="53525" cy="10150"/>
            </a:xfrm>
            <a:custGeom>
              <a:rect b="b" l="l" r="r" t="t"/>
              <a:pathLst>
                <a:path extrusionOk="0" h="406" w="2141">
                  <a:moveTo>
                    <a:pt x="251" y="0"/>
                  </a:moveTo>
                  <a:cubicBezTo>
                    <a:pt x="0" y="0"/>
                    <a:pt x="10" y="405"/>
                    <a:pt x="279" y="405"/>
                  </a:cubicBezTo>
                  <a:lnTo>
                    <a:pt x="1861" y="405"/>
                  </a:lnTo>
                  <a:cubicBezTo>
                    <a:pt x="2140" y="405"/>
                    <a:pt x="2140" y="2"/>
                    <a:pt x="1861" y="2"/>
                  </a:cubicBezTo>
                  <a:lnTo>
                    <a:pt x="279" y="2"/>
                  </a:lnTo>
                  <a:cubicBezTo>
                    <a:pt x="270" y="1"/>
                    <a:pt x="260" y="0"/>
                    <a:pt x="25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70" name="Google Shape;770;p47"/>
            <p:cNvSpPr/>
            <p:nvPr/>
          </p:nvSpPr>
          <p:spPr>
            <a:xfrm>
              <a:off x="1777875" y="2227075"/>
              <a:ext cx="53525" cy="10100"/>
            </a:xfrm>
            <a:custGeom>
              <a:rect b="b" l="l" r="r" t="t"/>
              <a:pathLst>
                <a:path extrusionOk="0" h="404" w="2141">
                  <a:moveTo>
                    <a:pt x="279" y="0"/>
                  </a:moveTo>
                  <a:cubicBezTo>
                    <a:pt x="0" y="0"/>
                    <a:pt x="0" y="404"/>
                    <a:pt x="279" y="404"/>
                  </a:cubicBezTo>
                  <a:lnTo>
                    <a:pt x="1861" y="404"/>
                  </a:lnTo>
                  <a:cubicBezTo>
                    <a:pt x="2140" y="404"/>
                    <a:pt x="2140" y="0"/>
                    <a:pt x="186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71" name="Google Shape;771;p47"/>
            <p:cNvSpPr/>
            <p:nvPr/>
          </p:nvSpPr>
          <p:spPr>
            <a:xfrm>
              <a:off x="1777875" y="2086725"/>
              <a:ext cx="152000" cy="10875"/>
            </a:xfrm>
            <a:custGeom>
              <a:rect b="b" l="l" r="r" t="t"/>
              <a:pathLst>
                <a:path extrusionOk="0" h="435" w="6080">
                  <a:moveTo>
                    <a:pt x="279" y="0"/>
                  </a:moveTo>
                  <a:cubicBezTo>
                    <a:pt x="0" y="0"/>
                    <a:pt x="0" y="434"/>
                    <a:pt x="279" y="434"/>
                  </a:cubicBezTo>
                  <a:lnTo>
                    <a:pt x="5801" y="434"/>
                  </a:lnTo>
                  <a:cubicBezTo>
                    <a:pt x="6080" y="403"/>
                    <a:pt x="6080" y="0"/>
                    <a:pt x="580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72" name="Google Shape;772;p47"/>
            <p:cNvSpPr/>
            <p:nvPr/>
          </p:nvSpPr>
          <p:spPr>
            <a:xfrm>
              <a:off x="1777875" y="2109975"/>
              <a:ext cx="152000" cy="10100"/>
            </a:xfrm>
            <a:custGeom>
              <a:rect b="b" l="l" r="r" t="t"/>
              <a:pathLst>
                <a:path extrusionOk="0" h="404" w="6080">
                  <a:moveTo>
                    <a:pt x="279" y="1"/>
                  </a:moveTo>
                  <a:cubicBezTo>
                    <a:pt x="0" y="1"/>
                    <a:pt x="0" y="404"/>
                    <a:pt x="279" y="404"/>
                  </a:cubicBezTo>
                  <a:lnTo>
                    <a:pt x="5801" y="404"/>
                  </a:lnTo>
                  <a:cubicBezTo>
                    <a:pt x="6080" y="404"/>
                    <a:pt x="6080" y="1"/>
                    <a:pt x="58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73" name="Google Shape;773;p47"/>
            <p:cNvSpPr/>
            <p:nvPr/>
          </p:nvSpPr>
          <p:spPr>
            <a:xfrm>
              <a:off x="1780200" y="2025450"/>
              <a:ext cx="148125" cy="40350"/>
            </a:xfrm>
            <a:custGeom>
              <a:rect b="b" l="l" r="r" t="t"/>
              <a:pathLst>
                <a:path extrusionOk="0" h="1614" w="5925">
                  <a:moveTo>
                    <a:pt x="5491" y="404"/>
                  </a:moveTo>
                  <a:lnTo>
                    <a:pt x="5491" y="1179"/>
                  </a:lnTo>
                  <a:lnTo>
                    <a:pt x="403" y="1179"/>
                  </a:lnTo>
                  <a:lnTo>
                    <a:pt x="403" y="404"/>
                  </a:lnTo>
                  <a:close/>
                  <a:moveTo>
                    <a:pt x="341" y="1"/>
                  </a:moveTo>
                  <a:cubicBezTo>
                    <a:pt x="155" y="1"/>
                    <a:pt x="0" y="156"/>
                    <a:pt x="0" y="342"/>
                  </a:cubicBezTo>
                  <a:lnTo>
                    <a:pt x="0" y="1241"/>
                  </a:lnTo>
                  <a:cubicBezTo>
                    <a:pt x="0" y="1427"/>
                    <a:pt x="155" y="1613"/>
                    <a:pt x="341" y="1613"/>
                  </a:cubicBezTo>
                  <a:lnTo>
                    <a:pt x="5553" y="1613"/>
                  </a:lnTo>
                  <a:cubicBezTo>
                    <a:pt x="5739" y="1613"/>
                    <a:pt x="5925" y="1427"/>
                    <a:pt x="5925" y="1241"/>
                  </a:cubicBezTo>
                  <a:lnTo>
                    <a:pt x="5925" y="342"/>
                  </a:lnTo>
                  <a:cubicBezTo>
                    <a:pt x="5925" y="156"/>
                    <a:pt x="5739" y="1"/>
                    <a:pt x="555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74" name="Google Shape;774;p47"/>
            <p:cNvSpPr/>
            <p:nvPr/>
          </p:nvSpPr>
          <p:spPr>
            <a:xfrm>
              <a:off x="1955450" y="2175125"/>
              <a:ext cx="24075" cy="41700"/>
            </a:xfrm>
            <a:custGeom>
              <a:rect b="b" l="l" r="r" t="t"/>
              <a:pathLst>
                <a:path extrusionOk="0" h="1668" w="963">
                  <a:moveTo>
                    <a:pt x="187" y="0"/>
                  </a:moveTo>
                  <a:cubicBezTo>
                    <a:pt x="94" y="0"/>
                    <a:pt x="1" y="62"/>
                    <a:pt x="1" y="186"/>
                  </a:cubicBezTo>
                  <a:lnTo>
                    <a:pt x="1" y="1458"/>
                  </a:lnTo>
                  <a:cubicBezTo>
                    <a:pt x="1" y="1598"/>
                    <a:pt x="101" y="1667"/>
                    <a:pt x="202" y="1667"/>
                  </a:cubicBezTo>
                  <a:cubicBezTo>
                    <a:pt x="303" y="1667"/>
                    <a:pt x="404" y="1598"/>
                    <a:pt x="404" y="1458"/>
                  </a:cubicBezTo>
                  <a:lnTo>
                    <a:pt x="404" y="1024"/>
                  </a:lnTo>
                  <a:lnTo>
                    <a:pt x="683" y="1024"/>
                  </a:lnTo>
                  <a:cubicBezTo>
                    <a:pt x="962" y="1024"/>
                    <a:pt x="962" y="621"/>
                    <a:pt x="683" y="621"/>
                  </a:cubicBezTo>
                  <a:lnTo>
                    <a:pt x="404" y="621"/>
                  </a:lnTo>
                  <a:lnTo>
                    <a:pt x="404" y="403"/>
                  </a:lnTo>
                  <a:lnTo>
                    <a:pt x="714" y="403"/>
                  </a:lnTo>
                  <a:cubicBezTo>
                    <a:pt x="962" y="372"/>
                    <a:pt x="962" y="31"/>
                    <a:pt x="71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75" name="Google Shape;775;p47"/>
            <p:cNvSpPr/>
            <p:nvPr/>
          </p:nvSpPr>
          <p:spPr>
            <a:xfrm>
              <a:off x="1915125" y="2175125"/>
              <a:ext cx="33375" cy="41900"/>
            </a:xfrm>
            <a:custGeom>
              <a:rect b="b" l="l" r="r" t="t"/>
              <a:pathLst>
                <a:path extrusionOk="0" h="1676" w="1335">
                  <a:moveTo>
                    <a:pt x="559" y="434"/>
                  </a:moveTo>
                  <a:cubicBezTo>
                    <a:pt x="838" y="434"/>
                    <a:pt x="838" y="745"/>
                    <a:pt x="838" y="838"/>
                  </a:cubicBezTo>
                  <a:cubicBezTo>
                    <a:pt x="838" y="1055"/>
                    <a:pt x="745" y="1241"/>
                    <a:pt x="559" y="1241"/>
                  </a:cubicBezTo>
                  <a:lnTo>
                    <a:pt x="404" y="1241"/>
                  </a:lnTo>
                  <a:lnTo>
                    <a:pt x="404" y="434"/>
                  </a:lnTo>
                  <a:close/>
                  <a:moveTo>
                    <a:pt x="218" y="0"/>
                  </a:moveTo>
                  <a:cubicBezTo>
                    <a:pt x="156" y="0"/>
                    <a:pt x="125" y="31"/>
                    <a:pt x="63" y="62"/>
                  </a:cubicBezTo>
                  <a:cubicBezTo>
                    <a:pt x="32" y="93"/>
                    <a:pt x="1" y="155"/>
                    <a:pt x="1" y="217"/>
                  </a:cubicBezTo>
                  <a:lnTo>
                    <a:pt x="1" y="1458"/>
                  </a:lnTo>
                  <a:cubicBezTo>
                    <a:pt x="32" y="1520"/>
                    <a:pt x="32" y="1551"/>
                    <a:pt x="63" y="1613"/>
                  </a:cubicBezTo>
                  <a:cubicBezTo>
                    <a:pt x="125" y="1644"/>
                    <a:pt x="156" y="1644"/>
                    <a:pt x="218" y="1675"/>
                  </a:cubicBezTo>
                  <a:lnTo>
                    <a:pt x="590" y="1675"/>
                  </a:lnTo>
                  <a:cubicBezTo>
                    <a:pt x="1024" y="1644"/>
                    <a:pt x="1334" y="1241"/>
                    <a:pt x="1272" y="838"/>
                  </a:cubicBezTo>
                  <a:cubicBezTo>
                    <a:pt x="1334" y="403"/>
                    <a:pt x="993" y="0"/>
                    <a:pt x="5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76" name="Google Shape;776;p47"/>
            <p:cNvSpPr/>
            <p:nvPr/>
          </p:nvSpPr>
          <p:spPr>
            <a:xfrm>
              <a:off x="1877525" y="2174800"/>
              <a:ext cx="33750" cy="41625"/>
            </a:xfrm>
            <a:custGeom>
              <a:rect b="b" l="l" r="r" t="t"/>
              <a:pathLst>
                <a:path extrusionOk="0" h="1665" w="1350">
                  <a:moveTo>
                    <a:pt x="605" y="416"/>
                  </a:moveTo>
                  <a:cubicBezTo>
                    <a:pt x="822" y="416"/>
                    <a:pt x="822" y="727"/>
                    <a:pt x="605" y="727"/>
                  </a:cubicBezTo>
                  <a:lnTo>
                    <a:pt x="450" y="727"/>
                  </a:lnTo>
                  <a:lnTo>
                    <a:pt x="450" y="572"/>
                  </a:lnTo>
                  <a:lnTo>
                    <a:pt x="450" y="416"/>
                  </a:lnTo>
                  <a:close/>
                  <a:moveTo>
                    <a:pt x="199" y="0"/>
                  </a:moveTo>
                  <a:cubicBezTo>
                    <a:pt x="168" y="0"/>
                    <a:pt x="131" y="22"/>
                    <a:pt x="109" y="44"/>
                  </a:cubicBezTo>
                  <a:cubicBezTo>
                    <a:pt x="47" y="106"/>
                    <a:pt x="47" y="137"/>
                    <a:pt x="47" y="199"/>
                  </a:cubicBezTo>
                  <a:lnTo>
                    <a:pt x="47" y="1502"/>
                  </a:lnTo>
                  <a:cubicBezTo>
                    <a:pt x="0" y="1611"/>
                    <a:pt x="116" y="1665"/>
                    <a:pt x="233" y="1665"/>
                  </a:cubicBezTo>
                  <a:cubicBezTo>
                    <a:pt x="349" y="1665"/>
                    <a:pt x="465" y="1611"/>
                    <a:pt x="419" y="1502"/>
                  </a:cubicBezTo>
                  <a:lnTo>
                    <a:pt x="419" y="1130"/>
                  </a:lnTo>
                  <a:lnTo>
                    <a:pt x="574" y="1130"/>
                  </a:lnTo>
                  <a:cubicBezTo>
                    <a:pt x="1349" y="1130"/>
                    <a:pt x="1349" y="13"/>
                    <a:pt x="574" y="13"/>
                  </a:cubicBezTo>
                  <a:lnTo>
                    <a:pt x="233" y="13"/>
                  </a:lnTo>
                  <a:cubicBezTo>
                    <a:pt x="224" y="4"/>
                    <a:pt x="212" y="0"/>
                    <a:pt x="1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grpSp>
      <p:grpSp>
        <p:nvGrpSpPr>
          <p:cNvPr id="777" name="Google Shape;777;p47"/>
          <p:cNvGrpSpPr/>
          <p:nvPr/>
        </p:nvGrpSpPr>
        <p:grpSpPr>
          <a:xfrm>
            <a:off x="851197" y="4310306"/>
            <a:ext cx="322914" cy="348543"/>
            <a:chOff x="2662884" y="1513044"/>
            <a:chExt cx="322914" cy="348543"/>
          </a:xfrm>
        </p:grpSpPr>
        <p:sp>
          <p:nvSpPr>
            <p:cNvPr id="778" name="Google Shape;778;p47"/>
            <p:cNvSpPr/>
            <p:nvPr/>
          </p:nvSpPr>
          <p:spPr>
            <a:xfrm>
              <a:off x="2662884" y="1513044"/>
              <a:ext cx="260663" cy="348543"/>
            </a:xfrm>
            <a:custGeom>
              <a:rect b="b" l="l" r="r" t="t"/>
              <a:pathLst>
                <a:path extrusionOk="0" h="11002" w="8228">
                  <a:moveTo>
                    <a:pt x="5692" y="0"/>
                  </a:moveTo>
                  <a:cubicBezTo>
                    <a:pt x="5597" y="0"/>
                    <a:pt x="5525" y="72"/>
                    <a:pt x="5525" y="167"/>
                  </a:cubicBezTo>
                  <a:cubicBezTo>
                    <a:pt x="5525" y="250"/>
                    <a:pt x="5597" y="322"/>
                    <a:pt x="5692" y="322"/>
                  </a:cubicBezTo>
                  <a:lnTo>
                    <a:pt x="7907" y="322"/>
                  </a:lnTo>
                  <a:lnTo>
                    <a:pt x="7907" y="10668"/>
                  </a:lnTo>
                  <a:lnTo>
                    <a:pt x="334" y="10668"/>
                  </a:lnTo>
                  <a:lnTo>
                    <a:pt x="334" y="9406"/>
                  </a:lnTo>
                  <a:cubicBezTo>
                    <a:pt x="334" y="9311"/>
                    <a:pt x="251" y="9240"/>
                    <a:pt x="167" y="9240"/>
                  </a:cubicBezTo>
                  <a:cubicBezTo>
                    <a:pt x="72" y="9240"/>
                    <a:pt x="1" y="9311"/>
                    <a:pt x="1" y="9406"/>
                  </a:cubicBezTo>
                  <a:lnTo>
                    <a:pt x="1" y="10835"/>
                  </a:lnTo>
                  <a:cubicBezTo>
                    <a:pt x="1" y="10918"/>
                    <a:pt x="72" y="11002"/>
                    <a:pt x="167" y="11002"/>
                  </a:cubicBezTo>
                  <a:lnTo>
                    <a:pt x="8049" y="11002"/>
                  </a:lnTo>
                  <a:cubicBezTo>
                    <a:pt x="8145" y="11002"/>
                    <a:pt x="8216" y="10918"/>
                    <a:pt x="8216" y="10835"/>
                  </a:cubicBezTo>
                  <a:lnTo>
                    <a:pt x="8216" y="179"/>
                  </a:lnTo>
                  <a:cubicBezTo>
                    <a:pt x="8228" y="60"/>
                    <a:pt x="8157" y="0"/>
                    <a:pt x="80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47"/>
            <p:cNvSpPr/>
            <p:nvPr/>
          </p:nvSpPr>
          <p:spPr>
            <a:xfrm>
              <a:off x="2663264" y="1513044"/>
              <a:ext cx="165243" cy="282554"/>
            </a:xfrm>
            <a:custGeom>
              <a:rect b="b" l="l" r="r" t="t"/>
              <a:pathLst>
                <a:path extrusionOk="0" h="8919" w="5216">
                  <a:moveTo>
                    <a:pt x="2358" y="548"/>
                  </a:moveTo>
                  <a:lnTo>
                    <a:pt x="2358" y="2346"/>
                  </a:lnTo>
                  <a:lnTo>
                    <a:pt x="560" y="2346"/>
                  </a:lnTo>
                  <a:lnTo>
                    <a:pt x="2358" y="548"/>
                  </a:lnTo>
                  <a:close/>
                  <a:moveTo>
                    <a:pt x="2537" y="0"/>
                  </a:moveTo>
                  <a:cubicBezTo>
                    <a:pt x="2418" y="0"/>
                    <a:pt x="2299" y="167"/>
                    <a:pt x="2227" y="238"/>
                  </a:cubicBezTo>
                  <a:lnTo>
                    <a:pt x="108" y="2346"/>
                  </a:lnTo>
                  <a:cubicBezTo>
                    <a:pt x="60" y="2393"/>
                    <a:pt x="1" y="2441"/>
                    <a:pt x="1" y="2513"/>
                  </a:cubicBezTo>
                  <a:lnTo>
                    <a:pt x="1" y="8751"/>
                  </a:lnTo>
                  <a:cubicBezTo>
                    <a:pt x="1" y="8835"/>
                    <a:pt x="72" y="8918"/>
                    <a:pt x="167" y="8918"/>
                  </a:cubicBezTo>
                  <a:cubicBezTo>
                    <a:pt x="263" y="8918"/>
                    <a:pt x="334" y="8835"/>
                    <a:pt x="334" y="8751"/>
                  </a:cubicBezTo>
                  <a:lnTo>
                    <a:pt x="334" y="2667"/>
                  </a:lnTo>
                  <a:lnTo>
                    <a:pt x="2525" y="2667"/>
                  </a:lnTo>
                  <a:cubicBezTo>
                    <a:pt x="2608" y="2667"/>
                    <a:pt x="2680" y="2584"/>
                    <a:pt x="2680" y="2501"/>
                  </a:cubicBezTo>
                  <a:lnTo>
                    <a:pt x="2680" y="310"/>
                  </a:lnTo>
                  <a:lnTo>
                    <a:pt x="5049" y="310"/>
                  </a:lnTo>
                  <a:cubicBezTo>
                    <a:pt x="5144" y="310"/>
                    <a:pt x="5216" y="238"/>
                    <a:pt x="5216" y="143"/>
                  </a:cubicBezTo>
                  <a:cubicBezTo>
                    <a:pt x="5216" y="60"/>
                    <a:pt x="5132" y="0"/>
                    <a:pt x="50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47"/>
            <p:cNvSpPr/>
            <p:nvPr/>
          </p:nvSpPr>
          <p:spPr>
            <a:xfrm>
              <a:off x="2717596" y="1747634"/>
              <a:ext cx="152412" cy="10613"/>
            </a:xfrm>
            <a:custGeom>
              <a:rect b="b" l="l" r="r" t="t"/>
              <a:pathLst>
                <a:path extrusionOk="0" h="335" w="4811">
                  <a:moveTo>
                    <a:pt x="167" y="1"/>
                  </a:moveTo>
                  <a:cubicBezTo>
                    <a:pt x="72" y="1"/>
                    <a:pt x="0" y="84"/>
                    <a:pt x="0" y="168"/>
                  </a:cubicBezTo>
                  <a:cubicBezTo>
                    <a:pt x="0" y="263"/>
                    <a:pt x="72" y="334"/>
                    <a:pt x="167" y="334"/>
                  </a:cubicBezTo>
                  <a:lnTo>
                    <a:pt x="4644" y="334"/>
                  </a:lnTo>
                  <a:cubicBezTo>
                    <a:pt x="4739" y="334"/>
                    <a:pt x="4810" y="263"/>
                    <a:pt x="4810" y="168"/>
                  </a:cubicBezTo>
                  <a:cubicBezTo>
                    <a:pt x="4798" y="84"/>
                    <a:pt x="4739" y="1"/>
                    <a:pt x="4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47"/>
            <p:cNvSpPr/>
            <p:nvPr/>
          </p:nvSpPr>
          <p:spPr>
            <a:xfrm>
              <a:off x="2788876" y="1809886"/>
              <a:ext cx="81132" cy="10581"/>
            </a:xfrm>
            <a:custGeom>
              <a:rect b="b" l="l" r="r" t="t"/>
              <a:pathLst>
                <a:path extrusionOk="0" h="334" w="2561">
                  <a:moveTo>
                    <a:pt x="167" y="1"/>
                  </a:moveTo>
                  <a:cubicBezTo>
                    <a:pt x="72" y="1"/>
                    <a:pt x="0" y="84"/>
                    <a:pt x="0" y="167"/>
                  </a:cubicBezTo>
                  <a:cubicBezTo>
                    <a:pt x="0" y="262"/>
                    <a:pt x="72" y="334"/>
                    <a:pt x="167" y="334"/>
                  </a:cubicBezTo>
                  <a:lnTo>
                    <a:pt x="2394" y="334"/>
                  </a:lnTo>
                  <a:cubicBezTo>
                    <a:pt x="2489" y="334"/>
                    <a:pt x="2560" y="262"/>
                    <a:pt x="2560" y="167"/>
                  </a:cubicBezTo>
                  <a:cubicBezTo>
                    <a:pt x="2560" y="84"/>
                    <a:pt x="2489" y="1"/>
                    <a:pt x="23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47"/>
            <p:cNvSpPr/>
            <p:nvPr/>
          </p:nvSpPr>
          <p:spPr>
            <a:xfrm>
              <a:off x="2717596" y="1722385"/>
              <a:ext cx="152412" cy="10201"/>
            </a:xfrm>
            <a:custGeom>
              <a:rect b="b" l="l" r="r" t="t"/>
              <a:pathLst>
                <a:path extrusionOk="0" h="322" w="4811">
                  <a:moveTo>
                    <a:pt x="167" y="0"/>
                  </a:moveTo>
                  <a:cubicBezTo>
                    <a:pt x="72" y="0"/>
                    <a:pt x="0" y="72"/>
                    <a:pt x="0" y="167"/>
                  </a:cubicBezTo>
                  <a:cubicBezTo>
                    <a:pt x="0" y="250"/>
                    <a:pt x="72" y="322"/>
                    <a:pt x="167" y="322"/>
                  </a:cubicBezTo>
                  <a:lnTo>
                    <a:pt x="4644" y="322"/>
                  </a:lnTo>
                  <a:cubicBezTo>
                    <a:pt x="4739" y="322"/>
                    <a:pt x="4810" y="250"/>
                    <a:pt x="4810" y="167"/>
                  </a:cubicBezTo>
                  <a:cubicBezTo>
                    <a:pt x="4798" y="60"/>
                    <a:pt x="4739" y="0"/>
                    <a:pt x="46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47"/>
            <p:cNvSpPr/>
            <p:nvPr/>
          </p:nvSpPr>
          <p:spPr>
            <a:xfrm>
              <a:off x="2717596" y="1696344"/>
              <a:ext cx="152412" cy="10613"/>
            </a:xfrm>
            <a:custGeom>
              <a:rect b="b" l="l" r="r" t="t"/>
              <a:pathLst>
                <a:path extrusionOk="0" h="335" w="4811">
                  <a:moveTo>
                    <a:pt x="167" y="1"/>
                  </a:moveTo>
                  <a:cubicBezTo>
                    <a:pt x="72" y="1"/>
                    <a:pt x="0" y="72"/>
                    <a:pt x="0" y="167"/>
                  </a:cubicBezTo>
                  <a:cubicBezTo>
                    <a:pt x="0" y="251"/>
                    <a:pt x="72" y="334"/>
                    <a:pt x="167" y="334"/>
                  </a:cubicBezTo>
                  <a:lnTo>
                    <a:pt x="4644" y="334"/>
                  </a:lnTo>
                  <a:cubicBezTo>
                    <a:pt x="4739" y="334"/>
                    <a:pt x="4810" y="251"/>
                    <a:pt x="4810" y="167"/>
                  </a:cubicBezTo>
                  <a:cubicBezTo>
                    <a:pt x="4798" y="72"/>
                    <a:pt x="4739" y="1"/>
                    <a:pt x="464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47"/>
            <p:cNvSpPr/>
            <p:nvPr/>
          </p:nvSpPr>
          <p:spPr>
            <a:xfrm>
              <a:off x="2717596" y="1670335"/>
              <a:ext cx="152412" cy="10581"/>
            </a:xfrm>
            <a:custGeom>
              <a:rect b="b" l="l" r="r" t="t"/>
              <a:pathLst>
                <a:path extrusionOk="0" h="334" w="4811">
                  <a:moveTo>
                    <a:pt x="167" y="0"/>
                  </a:moveTo>
                  <a:cubicBezTo>
                    <a:pt x="72" y="0"/>
                    <a:pt x="0" y="84"/>
                    <a:pt x="0" y="167"/>
                  </a:cubicBezTo>
                  <a:cubicBezTo>
                    <a:pt x="0" y="262"/>
                    <a:pt x="72" y="334"/>
                    <a:pt x="167" y="334"/>
                  </a:cubicBezTo>
                  <a:lnTo>
                    <a:pt x="4644" y="334"/>
                  </a:lnTo>
                  <a:cubicBezTo>
                    <a:pt x="4739" y="334"/>
                    <a:pt x="4810" y="262"/>
                    <a:pt x="4810" y="167"/>
                  </a:cubicBezTo>
                  <a:cubicBezTo>
                    <a:pt x="4810" y="84"/>
                    <a:pt x="4739" y="0"/>
                    <a:pt x="464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47"/>
            <p:cNvSpPr/>
            <p:nvPr/>
          </p:nvSpPr>
          <p:spPr>
            <a:xfrm>
              <a:off x="2778326" y="1594145"/>
              <a:ext cx="31332" cy="61111"/>
            </a:xfrm>
            <a:custGeom>
              <a:rect b="b" l="l" r="r" t="t"/>
              <a:pathLst>
                <a:path extrusionOk="0" h="1929" w="989">
                  <a:moveTo>
                    <a:pt x="179" y="0"/>
                  </a:moveTo>
                  <a:cubicBezTo>
                    <a:pt x="95" y="0"/>
                    <a:pt x="12" y="72"/>
                    <a:pt x="12" y="167"/>
                  </a:cubicBezTo>
                  <a:cubicBezTo>
                    <a:pt x="12" y="250"/>
                    <a:pt x="95" y="322"/>
                    <a:pt x="179" y="322"/>
                  </a:cubicBezTo>
                  <a:lnTo>
                    <a:pt x="333" y="322"/>
                  </a:lnTo>
                  <a:lnTo>
                    <a:pt x="333" y="1607"/>
                  </a:lnTo>
                  <a:lnTo>
                    <a:pt x="167" y="1607"/>
                  </a:lnTo>
                  <a:cubicBezTo>
                    <a:pt x="72" y="1607"/>
                    <a:pt x="0" y="1679"/>
                    <a:pt x="0" y="1774"/>
                  </a:cubicBezTo>
                  <a:cubicBezTo>
                    <a:pt x="0" y="1858"/>
                    <a:pt x="72" y="1929"/>
                    <a:pt x="167" y="1929"/>
                  </a:cubicBezTo>
                  <a:lnTo>
                    <a:pt x="822" y="1929"/>
                  </a:lnTo>
                  <a:cubicBezTo>
                    <a:pt x="905" y="1929"/>
                    <a:pt x="988" y="1858"/>
                    <a:pt x="988" y="1774"/>
                  </a:cubicBezTo>
                  <a:cubicBezTo>
                    <a:pt x="976" y="1679"/>
                    <a:pt x="893" y="1607"/>
                    <a:pt x="810" y="1607"/>
                  </a:cubicBezTo>
                  <a:lnTo>
                    <a:pt x="643" y="1607"/>
                  </a:lnTo>
                  <a:lnTo>
                    <a:pt x="643" y="167"/>
                  </a:lnTo>
                  <a:cubicBezTo>
                    <a:pt x="643" y="72"/>
                    <a:pt x="572" y="0"/>
                    <a:pt x="47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47"/>
            <p:cNvSpPr/>
            <p:nvPr/>
          </p:nvSpPr>
          <p:spPr>
            <a:xfrm>
              <a:off x="2782476" y="1575263"/>
              <a:ext cx="16220" cy="15872"/>
            </a:xfrm>
            <a:custGeom>
              <a:rect b="b" l="l" r="r" t="t"/>
              <a:pathLst>
                <a:path extrusionOk="0" h="501" w="512">
                  <a:moveTo>
                    <a:pt x="262" y="1"/>
                  </a:moveTo>
                  <a:cubicBezTo>
                    <a:pt x="131" y="1"/>
                    <a:pt x="0" y="120"/>
                    <a:pt x="0" y="251"/>
                  </a:cubicBezTo>
                  <a:cubicBezTo>
                    <a:pt x="0" y="382"/>
                    <a:pt x="119" y="501"/>
                    <a:pt x="262" y="501"/>
                  </a:cubicBezTo>
                  <a:cubicBezTo>
                    <a:pt x="393" y="501"/>
                    <a:pt x="512" y="382"/>
                    <a:pt x="512" y="251"/>
                  </a:cubicBezTo>
                  <a:cubicBezTo>
                    <a:pt x="512" y="120"/>
                    <a:pt x="393" y="1"/>
                    <a:pt x="26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47"/>
            <p:cNvSpPr/>
            <p:nvPr/>
          </p:nvSpPr>
          <p:spPr>
            <a:xfrm>
              <a:off x="2943537" y="1513044"/>
              <a:ext cx="42261" cy="347783"/>
            </a:xfrm>
            <a:custGeom>
              <a:rect b="b" l="l" r="r" t="t"/>
              <a:pathLst>
                <a:path extrusionOk="0" h="10978" w="1334">
                  <a:moveTo>
                    <a:pt x="667" y="310"/>
                  </a:moveTo>
                  <a:cubicBezTo>
                    <a:pt x="857" y="310"/>
                    <a:pt x="1012" y="477"/>
                    <a:pt x="1012" y="655"/>
                  </a:cubicBezTo>
                  <a:lnTo>
                    <a:pt x="1012" y="1477"/>
                  </a:lnTo>
                  <a:lnTo>
                    <a:pt x="321" y="1477"/>
                  </a:lnTo>
                  <a:lnTo>
                    <a:pt x="321" y="655"/>
                  </a:lnTo>
                  <a:cubicBezTo>
                    <a:pt x="321" y="465"/>
                    <a:pt x="488" y="310"/>
                    <a:pt x="667" y="310"/>
                  </a:cubicBezTo>
                  <a:close/>
                  <a:moveTo>
                    <a:pt x="1024" y="1798"/>
                  </a:moveTo>
                  <a:lnTo>
                    <a:pt x="1024" y="2453"/>
                  </a:lnTo>
                  <a:lnTo>
                    <a:pt x="321" y="2453"/>
                  </a:lnTo>
                  <a:lnTo>
                    <a:pt x="321" y="1798"/>
                  </a:lnTo>
                  <a:close/>
                  <a:moveTo>
                    <a:pt x="964" y="9597"/>
                  </a:moveTo>
                  <a:lnTo>
                    <a:pt x="833" y="10525"/>
                  </a:lnTo>
                  <a:cubicBezTo>
                    <a:pt x="810" y="10597"/>
                    <a:pt x="750" y="10656"/>
                    <a:pt x="679" y="10656"/>
                  </a:cubicBezTo>
                  <a:cubicBezTo>
                    <a:pt x="607" y="10656"/>
                    <a:pt x="536" y="10597"/>
                    <a:pt x="536" y="10525"/>
                  </a:cubicBezTo>
                  <a:lnTo>
                    <a:pt x="417" y="9597"/>
                  </a:lnTo>
                  <a:close/>
                  <a:moveTo>
                    <a:pt x="667" y="0"/>
                  </a:moveTo>
                  <a:cubicBezTo>
                    <a:pt x="298" y="0"/>
                    <a:pt x="0" y="298"/>
                    <a:pt x="0" y="667"/>
                  </a:cubicBezTo>
                  <a:lnTo>
                    <a:pt x="0" y="1631"/>
                  </a:lnTo>
                  <a:lnTo>
                    <a:pt x="0" y="2822"/>
                  </a:lnTo>
                  <a:lnTo>
                    <a:pt x="0" y="4810"/>
                  </a:lnTo>
                  <a:cubicBezTo>
                    <a:pt x="0" y="4894"/>
                    <a:pt x="71" y="4965"/>
                    <a:pt x="167" y="4965"/>
                  </a:cubicBezTo>
                  <a:cubicBezTo>
                    <a:pt x="250" y="4965"/>
                    <a:pt x="321" y="4894"/>
                    <a:pt x="321" y="4810"/>
                  </a:cubicBezTo>
                  <a:lnTo>
                    <a:pt x="321" y="2763"/>
                  </a:lnTo>
                  <a:lnTo>
                    <a:pt x="1024" y="2763"/>
                  </a:lnTo>
                  <a:lnTo>
                    <a:pt x="1024" y="9275"/>
                  </a:lnTo>
                  <a:lnTo>
                    <a:pt x="321" y="9275"/>
                  </a:lnTo>
                  <a:lnTo>
                    <a:pt x="321" y="5430"/>
                  </a:lnTo>
                  <a:cubicBezTo>
                    <a:pt x="321" y="5346"/>
                    <a:pt x="250" y="5263"/>
                    <a:pt x="167" y="5263"/>
                  </a:cubicBezTo>
                  <a:cubicBezTo>
                    <a:pt x="71" y="5263"/>
                    <a:pt x="0" y="5346"/>
                    <a:pt x="0" y="5430"/>
                  </a:cubicBezTo>
                  <a:lnTo>
                    <a:pt x="0" y="9430"/>
                  </a:lnTo>
                  <a:cubicBezTo>
                    <a:pt x="0" y="9490"/>
                    <a:pt x="24" y="9537"/>
                    <a:pt x="60" y="9561"/>
                  </a:cubicBezTo>
                  <a:lnTo>
                    <a:pt x="191" y="10561"/>
                  </a:lnTo>
                  <a:cubicBezTo>
                    <a:pt x="226" y="10799"/>
                    <a:pt x="429" y="10978"/>
                    <a:pt x="667" y="10978"/>
                  </a:cubicBezTo>
                  <a:cubicBezTo>
                    <a:pt x="905" y="10978"/>
                    <a:pt x="1119" y="10799"/>
                    <a:pt x="1143" y="10561"/>
                  </a:cubicBezTo>
                  <a:lnTo>
                    <a:pt x="1274" y="9561"/>
                  </a:lnTo>
                  <a:cubicBezTo>
                    <a:pt x="1322" y="9537"/>
                    <a:pt x="1334" y="9490"/>
                    <a:pt x="1334" y="9430"/>
                  </a:cubicBezTo>
                  <a:lnTo>
                    <a:pt x="1334" y="2822"/>
                  </a:lnTo>
                  <a:lnTo>
                    <a:pt x="1334" y="1631"/>
                  </a:lnTo>
                  <a:lnTo>
                    <a:pt x="1334" y="667"/>
                  </a:lnTo>
                  <a:cubicBezTo>
                    <a:pt x="1334" y="298"/>
                    <a:pt x="1036" y="0"/>
                    <a:pt x="66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8" name="Google Shape;788;p47"/>
          <p:cNvSpPr/>
          <p:nvPr/>
        </p:nvSpPr>
        <p:spPr>
          <a:xfrm>
            <a:off x="1023611" y="2094652"/>
            <a:ext cx="384700" cy="364607"/>
          </a:xfrm>
          <a:custGeom>
            <a:rect b="b" l="l" r="r" t="t"/>
            <a:pathLst>
              <a:path extrusionOk="0" h="467445" w="493205">
                <a:moveTo>
                  <a:pt x="478156" y="330461"/>
                </a:moveTo>
                <a:lnTo>
                  <a:pt x="436983" y="330461"/>
                </a:lnTo>
                <a:lnTo>
                  <a:pt x="436983" y="288519"/>
                </a:lnTo>
                <a:cubicBezTo>
                  <a:pt x="436983" y="277715"/>
                  <a:pt x="428193" y="268926"/>
                  <a:pt x="417389" y="268926"/>
                </a:cubicBezTo>
                <a:lnTo>
                  <a:pt x="253827" y="268926"/>
                </a:lnTo>
                <a:lnTo>
                  <a:pt x="253827" y="221838"/>
                </a:lnTo>
                <a:lnTo>
                  <a:pt x="362105" y="221838"/>
                </a:lnTo>
                <a:cubicBezTo>
                  <a:pt x="373871" y="221838"/>
                  <a:pt x="383444" y="212265"/>
                  <a:pt x="383444" y="200500"/>
                </a:cubicBezTo>
                <a:lnTo>
                  <a:pt x="383444" y="153339"/>
                </a:lnTo>
                <a:cubicBezTo>
                  <a:pt x="383444" y="149349"/>
                  <a:pt x="380210" y="146115"/>
                  <a:pt x="376219" y="146115"/>
                </a:cubicBezTo>
                <a:cubicBezTo>
                  <a:pt x="372228" y="146115"/>
                  <a:pt x="368994" y="149349"/>
                  <a:pt x="368994" y="153339"/>
                </a:cubicBezTo>
                <a:lnTo>
                  <a:pt x="368994" y="200500"/>
                </a:lnTo>
                <a:cubicBezTo>
                  <a:pt x="368994" y="204299"/>
                  <a:pt x="365903" y="207389"/>
                  <a:pt x="362105" y="207389"/>
                </a:cubicBezTo>
                <a:lnTo>
                  <a:pt x="131099" y="207389"/>
                </a:lnTo>
                <a:cubicBezTo>
                  <a:pt x="127301" y="207389"/>
                  <a:pt x="124210" y="204299"/>
                  <a:pt x="124210" y="200500"/>
                </a:cubicBezTo>
                <a:lnTo>
                  <a:pt x="124210" y="21340"/>
                </a:lnTo>
                <a:cubicBezTo>
                  <a:pt x="124210" y="17540"/>
                  <a:pt x="127301" y="14450"/>
                  <a:pt x="131099" y="14450"/>
                </a:cubicBezTo>
                <a:lnTo>
                  <a:pt x="202428" y="14450"/>
                </a:lnTo>
                <a:cubicBezTo>
                  <a:pt x="205294" y="14450"/>
                  <a:pt x="207889" y="16254"/>
                  <a:pt x="208886" y="18941"/>
                </a:cubicBezTo>
                <a:lnTo>
                  <a:pt x="217280" y="41544"/>
                </a:lnTo>
                <a:cubicBezTo>
                  <a:pt x="221100" y="51829"/>
                  <a:pt x="231039" y="58740"/>
                  <a:pt x="242011" y="58740"/>
                </a:cubicBezTo>
                <a:lnTo>
                  <a:pt x="362106" y="58740"/>
                </a:lnTo>
                <a:cubicBezTo>
                  <a:pt x="365904" y="58740"/>
                  <a:pt x="368995" y="61830"/>
                  <a:pt x="368995" y="65629"/>
                </a:cubicBezTo>
                <a:lnTo>
                  <a:pt x="368995" y="119625"/>
                </a:lnTo>
                <a:cubicBezTo>
                  <a:pt x="368995" y="123615"/>
                  <a:pt x="372229" y="126850"/>
                  <a:pt x="376220" y="126850"/>
                </a:cubicBezTo>
                <a:cubicBezTo>
                  <a:pt x="380211" y="126850"/>
                  <a:pt x="383445" y="123615"/>
                  <a:pt x="383445" y="119625"/>
                </a:cubicBezTo>
                <a:lnTo>
                  <a:pt x="383445" y="65628"/>
                </a:lnTo>
                <a:lnTo>
                  <a:pt x="383445" y="20063"/>
                </a:lnTo>
                <a:cubicBezTo>
                  <a:pt x="383445" y="9001"/>
                  <a:pt x="374445" y="0"/>
                  <a:pt x="363382" y="0"/>
                </a:cubicBezTo>
                <a:cubicBezTo>
                  <a:pt x="351449" y="0"/>
                  <a:pt x="139901" y="0"/>
                  <a:pt x="131099" y="0"/>
                </a:cubicBezTo>
                <a:cubicBezTo>
                  <a:pt x="119332" y="0"/>
                  <a:pt x="109760" y="9573"/>
                  <a:pt x="109760" y="21339"/>
                </a:cubicBezTo>
                <a:lnTo>
                  <a:pt x="109760" y="200499"/>
                </a:lnTo>
                <a:cubicBezTo>
                  <a:pt x="109760" y="212264"/>
                  <a:pt x="119333" y="221837"/>
                  <a:pt x="131099" y="221837"/>
                </a:cubicBezTo>
                <a:lnTo>
                  <a:pt x="239378" y="221837"/>
                </a:lnTo>
                <a:lnTo>
                  <a:pt x="239378" y="268925"/>
                </a:lnTo>
                <a:lnTo>
                  <a:pt x="81357" y="268925"/>
                </a:lnTo>
                <a:cubicBezTo>
                  <a:pt x="70553" y="268925"/>
                  <a:pt x="61763" y="277715"/>
                  <a:pt x="61763" y="288518"/>
                </a:cubicBezTo>
                <a:lnTo>
                  <a:pt x="61763" y="330460"/>
                </a:lnTo>
                <a:lnTo>
                  <a:pt x="20590" y="330460"/>
                </a:lnTo>
                <a:cubicBezTo>
                  <a:pt x="12292" y="330460"/>
                  <a:pt x="5542" y="337211"/>
                  <a:pt x="5542" y="345509"/>
                </a:cubicBezTo>
                <a:lnTo>
                  <a:pt x="5542" y="360805"/>
                </a:lnTo>
                <a:cubicBezTo>
                  <a:pt x="2154" y="363762"/>
                  <a:pt x="0" y="368097"/>
                  <a:pt x="0" y="372935"/>
                </a:cubicBezTo>
                <a:lnTo>
                  <a:pt x="0" y="451337"/>
                </a:lnTo>
                <a:cubicBezTo>
                  <a:pt x="0" y="460218"/>
                  <a:pt x="7226" y="467445"/>
                  <a:pt x="16108" y="467445"/>
                </a:cubicBezTo>
                <a:lnTo>
                  <a:pt x="118550" y="467445"/>
                </a:lnTo>
                <a:cubicBezTo>
                  <a:pt x="127433" y="467445"/>
                  <a:pt x="134658" y="460219"/>
                  <a:pt x="134658" y="451337"/>
                </a:cubicBezTo>
                <a:cubicBezTo>
                  <a:pt x="134658" y="402016"/>
                  <a:pt x="134658" y="391660"/>
                  <a:pt x="134658" y="345510"/>
                </a:cubicBezTo>
                <a:cubicBezTo>
                  <a:pt x="134658" y="337213"/>
                  <a:pt x="127908" y="330462"/>
                  <a:pt x="119610" y="330462"/>
                </a:cubicBezTo>
                <a:lnTo>
                  <a:pt x="76212" y="330462"/>
                </a:lnTo>
                <a:lnTo>
                  <a:pt x="76212" y="288520"/>
                </a:lnTo>
                <a:cubicBezTo>
                  <a:pt x="76212" y="285683"/>
                  <a:pt x="78520" y="283376"/>
                  <a:pt x="81357" y="283376"/>
                </a:cubicBezTo>
                <a:lnTo>
                  <a:pt x="239378" y="283376"/>
                </a:lnTo>
                <a:lnTo>
                  <a:pt x="239378" y="330462"/>
                </a:lnTo>
                <a:lnTo>
                  <a:pt x="199863" y="330462"/>
                </a:lnTo>
                <a:cubicBezTo>
                  <a:pt x="191565" y="330462"/>
                  <a:pt x="184815" y="337213"/>
                  <a:pt x="184815" y="345510"/>
                </a:cubicBezTo>
                <a:lnTo>
                  <a:pt x="184815" y="360807"/>
                </a:lnTo>
                <a:cubicBezTo>
                  <a:pt x="181427" y="363763"/>
                  <a:pt x="179273" y="368097"/>
                  <a:pt x="179273" y="372936"/>
                </a:cubicBezTo>
                <a:lnTo>
                  <a:pt x="179273" y="451338"/>
                </a:lnTo>
                <a:cubicBezTo>
                  <a:pt x="179273" y="460219"/>
                  <a:pt x="186498" y="467445"/>
                  <a:pt x="195381" y="467445"/>
                </a:cubicBezTo>
                <a:lnTo>
                  <a:pt x="229745" y="467445"/>
                </a:lnTo>
                <a:cubicBezTo>
                  <a:pt x="233736" y="467445"/>
                  <a:pt x="236970" y="464210"/>
                  <a:pt x="236970" y="460220"/>
                </a:cubicBezTo>
                <a:cubicBezTo>
                  <a:pt x="236970" y="456230"/>
                  <a:pt x="233736" y="452995"/>
                  <a:pt x="229745" y="452995"/>
                </a:cubicBezTo>
                <a:lnTo>
                  <a:pt x="195381" y="452995"/>
                </a:lnTo>
                <a:cubicBezTo>
                  <a:pt x="194467" y="452995"/>
                  <a:pt x="193722" y="452252"/>
                  <a:pt x="193722" y="451338"/>
                </a:cubicBezTo>
                <a:lnTo>
                  <a:pt x="193722" y="372936"/>
                </a:lnTo>
                <a:cubicBezTo>
                  <a:pt x="193722" y="372006"/>
                  <a:pt x="194485" y="371278"/>
                  <a:pt x="195381" y="371278"/>
                </a:cubicBezTo>
                <a:lnTo>
                  <a:pt x="224492" y="371278"/>
                </a:lnTo>
                <a:cubicBezTo>
                  <a:pt x="225181" y="371278"/>
                  <a:pt x="225806" y="371711"/>
                  <a:pt x="226046" y="372359"/>
                </a:cubicBezTo>
                <a:lnTo>
                  <a:pt x="229372" y="381315"/>
                </a:lnTo>
                <a:cubicBezTo>
                  <a:pt x="231705" y="387594"/>
                  <a:pt x="237771" y="391815"/>
                  <a:pt x="244473" y="391815"/>
                </a:cubicBezTo>
                <a:lnTo>
                  <a:pt x="297823" y="391815"/>
                </a:lnTo>
                <a:cubicBezTo>
                  <a:pt x="298739" y="391815"/>
                  <a:pt x="299482" y="392561"/>
                  <a:pt x="299482" y="393473"/>
                </a:cubicBezTo>
                <a:lnTo>
                  <a:pt x="299482" y="451337"/>
                </a:lnTo>
                <a:cubicBezTo>
                  <a:pt x="299482" y="452251"/>
                  <a:pt x="298738" y="452995"/>
                  <a:pt x="297823" y="452995"/>
                </a:cubicBezTo>
                <a:lnTo>
                  <a:pt x="263460" y="452995"/>
                </a:lnTo>
                <a:cubicBezTo>
                  <a:pt x="259469" y="452995"/>
                  <a:pt x="256235" y="456229"/>
                  <a:pt x="256235" y="460219"/>
                </a:cubicBezTo>
                <a:cubicBezTo>
                  <a:pt x="256235" y="464209"/>
                  <a:pt x="259469" y="467444"/>
                  <a:pt x="263460" y="467444"/>
                </a:cubicBezTo>
                <a:lnTo>
                  <a:pt x="297823" y="467444"/>
                </a:lnTo>
                <a:cubicBezTo>
                  <a:pt x="306706" y="467444"/>
                  <a:pt x="313931" y="460218"/>
                  <a:pt x="313931" y="451337"/>
                </a:cubicBezTo>
                <a:cubicBezTo>
                  <a:pt x="313931" y="402016"/>
                  <a:pt x="313931" y="391660"/>
                  <a:pt x="313931" y="345510"/>
                </a:cubicBezTo>
                <a:cubicBezTo>
                  <a:pt x="313931" y="337213"/>
                  <a:pt x="307180" y="330462"/>
                  <a:pt x="298883" y="330462"/>
                </a:cubicBezTo>
                <a:lnTo>
                  <a:pt x="253828" y="330462"/>
                </a:lnTo>
                <a:lnTo>
                  <a:pt x="253828" y="283376"/>
                </a:lnTo>
                <a:lnTo>
                  <a:pt x="417390" y="283376"/>
                </a:lnTo>
                <a:cubicBezTo>
                  <a:pt x="420227" y="283376"/>
                  <a:pt x="422535" y="285684"/>
                  <a:pt x="422535" y="288520"/>
                </a:cubicBezTo>
                <a:lnTo>
                  <a:pt x="422535" y="330462"/>
                </a:lnTo>
                <a:lnTo>
                  <a:pt x="379138" y="330462"/>
                </a:lnTo>
                <a:cubicBezTo>
                  <a:pt x="370840" y="330462"/>
                  <a:pt x="364089" y="337213"/>
                  <a:pt x="364089" y="345510"/>
                </a:cubicBezTo>
                <a:lnTo>
                  <a:pt x="364089" y="360807"/>
                </a:lnTo>
                <a:cubicBezTo>
                  <a:pt x="360701" y="363763"/>
                  <a:pt x="358547" y="368097"/>
                  <a:pt x="358547" y="372936"/>
                </a:cubicBezTo>
                <a:lnTo>
                  <a:pt x="358547" y="451338"/>
                </a:lnTo>
                <a:cubicBezTo>
                  <a:pt x="358547" y="460219"/>
                  <a:pt x="365773" y="467446"/>
                  <a:pt x="374656" y="467446"/>
                </a:cubicBezTo>
                <a:lnTo>
                  <a:pt x="477098" y="467446"/>
                </a:lnTo>
                <a:cubicBezTo>
                  <a:pt x="485980" y="467446"/>
                  <a:pt x="493206" y="460220"/>
                  <a:pt x="493206" y="451338"/>
                </a:cubicBezTo>
                <a:cubicBezTo>
                  <a:pt x="493206" y="402017"/>
                  <a:pt x="493206" y="391661"/>
                  <a:pt x="493206" y="345511"/>
                </a:cubicBezTo>
                <a:cubicBezTo>
                  <a:pt x="493204" y="337212"/>
                  <a:pt x="486453" y="330461"/>
                  <a:pt x="478156" y="330461"/>
                </a:cubicBezTo>
                <a:close/>
                <a:moveTo>
                  <a:pt x="363381" y="14449"/>
                </a:moveTo>
                <a:cubicBezTo>
                  <a:pt x="366476" y="14449"/>
                  <a:pt x="368994" y="16967"/>
                  <a:pt x="368994" y="20063"/>
                </a:cubicBezTo>
                <a:lnTo>
                  <a:pt x="368994" y="45431"/>
                </a:lnTo>
                <a:cubicBezTo>
                  <a:pt x="366759" y="44669"/>
                  <a:pt x="364347" y="44290"/>
                  <a:pt x="362105" y="44290"/>
                </a:cubicBezTo>
                <a:lnTo>
                  <a:pt x="242010" y="44290"/>
                </a:lnTo>
                <a:cubicBezTo>
                  <a:pt x="237048" y="44290"/>
                  <a:pt x="232552" y="41164"/>
                  <a:pt x="230825" y="36512"/>
                </a:cubicBezTo>
                <a:lnTo>
                  <a:pt x="222632" y="14449"/>
                </a:lnTo>
                <a:close/>
                <a:moveTo>
                  <a:pt x="120208" y="451336"/>
                </a:moveTo>
                <a:cubicBezTo>
                  <a:pt x="120208" y="452250"/>
                  <a:pt x="119464" y="452995"/>
                  <a:pt x="118549" y="452995"/>
                </a:cubicBezTo>
                <a:lnTo>
                  <a:pt x="16108" y="452995"/>
                </a:lnTo>
                <a:cubicBezTo>
                  <a:pt x="15194" y="452995"/>
                  <a:pt x="14449" y="452251"/>
                  <a:pt x="14449" y="451336"/>
                </a:cubicBezTo>
                <a:lnTo>
                  <a:pt x="14449" y="372934"/>
                </a:lnTo>
                <a:cubicBezTo>
                  <a:pt x="14449" y="372251"/>
                  <a:pt x="14865" y="371664"/>
                  <a:pt x="15457" y="371410"/>
                </a:cubicBezTo>
                <a:cubicBezTo>
                  <a:pt x="15467" y="371405"/>
                  <a:pt x="15479" y="371403"/>
                  <a:pt x="15490" y="371399"/>
                </a:cubicBezTo>
                <a:cubicBezTo>
                  <a:pt x="15589" y="371358"/>
                  <a:pt x="15689" y="371328"/>
                  <a:pt x="15789" y="371308"/>
                </a:cubicBezTo>
                <a:cubicBezTo>
                  <a:pt x="15892" y="371288"/>
                  <a:pt x="15999" y="371276"/>
                  <a:pt x="16108" y="371276"/>
                </a:cubicBezTo>
                <a:lnTo>
                  <a:pt x="45219" y="371276"/>
                </a:lnTo>
                <a:cubicBezTo>
                  <a:pt x="45909" y="371276"/>
                  <a:pt x="46533" y="371711"/>
                  <a:pt x="46774" y="372358"/>
                </a:cubicBezTo>
                <a:lnTo>
                  <a:pt x="50099" y="381314"/>
                </a:lnTo>
                <a:cubicBezTo>
                  <a:pt x="52431" y="387591"/>
                  <a:pt x="58496" y="391814"/>
                  <a:pt x="65200" y="391814"/>
                </a:cubicBezTo>
                <a:lnTo>
                  <a:pt x="118550" y="391814"/>
                </a:lnTo>
                <a:cubicBezTo>
                  <a:pt x="119464" y="391814"/>
                  <a:pt x="120209" y="392557"/>
                  <a:pt x="120209" y="393472"/>
                </a:cubicBezTo>
                <a:lnTo>
                  <a:pt x="120209" y="451336"/>
                </a:lnTo>
                <a:close/>
                <a:moveTo>
                  <a:pt x="119609" y="344910"/>
                </a:moveTo>
                <a:cubicBezTo>
                  <a:pt x="119922" y="344910"/>
                  <a:pt x="120208" y="345195"/>
                  <a:pt x="120208" y="345509"/>
                </a:cubicBezTo>
                <a:lnTo>
                  <a:pt x="120208" y="377449"/>
                </a:lnTo>
                <a:cubicBezTo>
                  <a:pt x="120206" y="377449"/>
                  <a:pt x="120203" y="377449"/>
                  <a:pt x="120200" y="377449"/>
                </a:cubicBezTo>
                <a:cubicBezTo>
                  <a:pt x="119658" y="377393"/>
                  <a:pt x="119107" y="377364"/>
                  <a:pt x="118549" y="377364"/>
                </a:cubicBezTo>
                <a:lnTo>
                  <a:pt x="65200" y="377364"/>
                </a:lnTo>
                <a:cubicBezTo>
                  <a:pt x="64510" y="377364"/>
                  <a:pt x="63886" y="376930"/>
                  <a:pt x="63645" y="376283"/>
                </a:cubicBezTo>
                <a:lnTo>
                  <a:pt x="60320" y="367327"/>
                </a:lnTo>
                <a:cubicBezTo>
                  <a:pt x="57988" y="361046"/>
                  <a:pt x="51919" y="356827"/>
                  <a:pt x="45219" y="356827"/>
                </a:cubicBezTo>
                <a:lnTo>
                  <a:pt x="19991" y="356827"/>
                </a:lnTo>
                <a:lnTo>
                  <a:pt x="19991" y="345509"/>
                </a:lnTo>
                <a:cubicBezTo>
                  <a:pt x="19991" y="345195"/>
                  <a:pt x="20277" y="344909"/>
                  <a:pt x="20590" y="344909"/>
                </a:cubicBezTo>
                <a:lnTo>
                  <a:pt x="119609" y="344909"/>
                </a:lnTo>
                <a:close/>
                <a:moveTo>
                  <a:pt x="298882" y="344910"/>
                </a:moveTo>
                <a:cubicBezTo>
                  <a:pt x="299195" y="344910"/>
                  <a:pt x="299481" y="345195"/>
                  <a:pt x="299481" y="345509"/>
                </a:cubicBezTo>
                <a:lnTo>
                  <a:pt x="299481" y="377449"/>
                </a:lnTo>
                <a:cubicBezTo>
                  <a:pt x="299418" y="377441"/>
                  <a:pt x="298183" y="377364"/>
                  <a:pt x="297822" y="377364"/>
                </a:cubicBezTo>
                <a:lnTo>
                  <a:pt x="244472" y="377364"/>
                </a:lnTo>
                <a:cubicBezTo>
                  <a:pt x="243749" y="377364"/>
                  <a:pt x="243129" y="376855"/>
                  <a:pt x="242918" y="376283"/>
                </a:cubicBezTo>
                <a:lnTo>
                  <a:pt x="239592" y="367327"/>
                </a:lnTo>
                <a:cubicBezTo>
                  <a:pt x="237221" y="360943"/>
                  <a:pt x="231049" y="356827"/>
                  <a:pt x="224491" y="356827"/>
                </a:cubicBezTo>
                <a:lnTo>
                  <a:pt x="199264" y="356827"/>
                </a:lnTo>
                <a:lnTo>
                  <a:pt x="199264" y="345509"/>
                </a:lnTo>
                <a:cubicBezTo>
                  <a:pt x="199264" y="345195"/>
                  <a:pt x="199550" y="344909"/>
                  <a:pt x="199863" y="344909"/>
                </a:cubicBezTo>
                <a:lnTo>
                  <a:pt x="298882" y="344909"/>
                </a:lnTo>
                <a:close/>
                <a:moveTo>
                  <a:pt x="478755" y="451336"/>
                </a:moveTo>
                <a:cubicBezTo>
                  <a:pt x="478755" y="452250"/>
                  <a:pt x="478011" y="452995"/>
                  <a:pt x="477096" y="452995"/>
                </a:cubicBezTo>
                <a:lnTo>
                  <a:pt x="374655" y="452995"/>
                </a:lnTo>
                <a:cubicBezTo>
                  <a:pt x="373740" y="452995"/>
                  <a:pt x="372996" y="452251"/>
                  <a:pt x="372996" y="451336"/>
                </a:cubicBezTo>
                <a:lnTo>
                  <a:pt x="372996" y="372934"/>
                </a:lnTo>
                <a:cubicBezTo>
                  <a:pt x="372996" y="372004"/>
                  <a:pt x="373759" y="371276"/>
                  <a:pt x="374655" y="371276"/>
                </a:cubicBezTo>
                <a:lnTo>
                  <a:pt x="403766" y="371276"/>
                </a:lnTo>
                <a:cubicBezTo>
                  <a:pt x="404457" y="371276"/>
                  <a:pt x="405081" y="371712"/>
                  <a:pt x="405321" y="372357"/>
                </a:cubicBezTo>
                <a:lnTo>
                  <a:pt x="408646" y="381313"/>
                </a:lnTo>
                <a:cubicBezTo>
                  <a:pt x="410978" y="387593"/>
                  <a:pt x="417047" y="391813"/>
                  <a:pt x="423747" y="391813"/>
                </a:cubicBezTo>
                <a:lnTo>
                  <a:pt x="477097" y="391813"/>
                </a:lnTo>
                <a:cubicBezTo>
                  <a:pt x="478011" y="391813"/>
                  <a:pt x="478756" y="392556"/>
                  <a:pt x="478756" y="393471"/>
                </a:cubicBezTo>
                <a:lnTo>
                  <a:pt x="478756" y="451336"/>
                </a:lnTo>
                <a:close/>
                <a:moveTo>
                  <a:pt x="478755" y="377449"/>
                </a:moveTo>
                <a:cubicBezTo>
                  <a:pt x="478199" y="377393"/>
                  <a:pt x="477664" y="377364"/>
                  <a:pt x="477096" y="377364"/>
                </a:cubicBezTo>
                <a:lnTo>
                  <a:pt x="423746" y="377364"/>
                </a:lnTo>
                <a:cubicBezTo>
                  <a:pt x="423056" y="377364"/>
                  <a:pt x="422431" y="376929"/>
                  <a:pt x="422192" y="376283"/>
                </a:cubicBezTo>
                <a:lnTo>
                  <a:pt x="418866" y="367328"/>
                </a:lnTo>
                <a:cubicBezTo>
                  <a:pt x="416534" y="361047"/>
                  <a:pt x="410466" y="356828"/>
                  <a:pt x="403765" y="356828"/>
                </a:cubicBezTo>
                <a:lnTo>
                  <a:pt x="378538" y="356828"/>
                </a:lnTo>
                <a:lnTo>
                  <a:pt x="378538" y="345509"/>
                </a:lnTo>
                <a:cubicBezTo>
                  <a:pt x="378538" y="345196"/>
                  <a:pt x="378824" y="344910"/>
                  <a:pt x="379137" y="344910"/>
                </a:cubicBezTo>
                <a:lnTo>
                  <a:pt x="478156" y="344910"/>
                </a:lnTo>
                <a:cubicBezTo>
                  <a:pt x="478470" y="344910"/>
                  <a:pt x="478755" y="345195"/>
                  <a:pt x="478755" y="34550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89" name="Google Shape;789;p47"/>
          <p:cNvGrpSpPr/>
          <p:nvPr/>
        </p:nvGrpSpPr>
        <p:grpSpPr>
          <a:xfrm>
            <a:off x="827183" y="1370902"/>
            <a:ext cx="370930" cy="370549"/>
            <a:chOff x="2497275" y="2744159"/>
            <a:chExt cx="370930" cy="370549"/>
          </a:xfrm>
        </p:grpSpPr>
        <p:sp>
          <p:nvSpPr>
            <p:cNvPr id="790" name="Google Shape;790;p47"/>
            <p:cNvSpPr/>
            <p:nvPr/>
          </p:nvSpPr>
          <p:spPr>
            <a:xfrm>
              <a:off x="2497275" y="2744159"/>
              <a:ext cx="284366" cy="284747"/>
            </a:xfrm>
            <a:custGeom>
              <a:rect b="b" l="l" r="r" t="t"/>
              <a:pathLst>
                <a:path extrusionOk="0" h="8967" w="8955">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91" name="Google Shape;791;p47"/>
            <p:cNvSpPr/>
            <p:nvPr/>
          </p:nvSpPr>
          <p:spPr>
            <a:xfrm>
              <a:off x="2592191" y="2821673"/>
              <a:ext cx="113461" cy="98345"/>
            </a:xfrm>
            <a:custGeom>
              <a:rect b="b" l="l" r="r" t="t"/>
              <a:pathLst>
                <a:path extrusionOk="0" h="3097" w="3573">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92" name="Google Shape;792;p47"/>
            <p:cNvSpPr/>
            <p:nvPr/>
          </p:nvSpPr>
          <p:spPr>
            <a:xfrm>
              <a:off x="2574408" y="2862129"/>
              <a:ext cx="106665" cy="90756"/>
            </a:xfrm>
            <a:custGeom>
              <a:rect b="b" l="l" r="r" t="t"/>
              <a:pathLst>
                <a:path extrusionOk="0" h="2858" w="3359">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93" name="Google Shape;793;p47"/>
            <p:cNvSpPr/>
            <p:nvPr/>
          </p:nvSpPr>
          <p:spPr>
            <a:xfrm>
              <a:off x="2676881" y="2923385"/>
              <a:ext cx="191324" cy="191324"/>
            </a:xfrm>
            <a:custGeom>
              <a:rect b="b" l="l" r="r" t="t"/>
              <a:pathLst>
                <a:path extrusionOk="0" h="6025" w="6025">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94" name="Google Shape;794;p47"/>
            <p:cNvSpPr/>
            <p:nvPr/>
          </p:nvSpPr>
          <p:spPr>
            <a:xfrm>
              <a:off x="2738867" y="2986895"/>
              <a:ext cx="65066" cy="65066"/>
            </a:xfrm>
            <a:custGeom>
              <a:rect b="b" l="l" r="r" t="t"/>
              <a:pathLst>
                <a:path extrusionOk="0" h="2049" w="2049">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795" name="Google Shape;795;p47"/>
            <p:cNvSpPr/>
            <p:nvPr/>
          </p:nvSpPr>
          <p:spPr>
            <a:xfrm>
              <a:off x="2604670" y="2851904"/>
              <a:ext cx="70718" cy="71131"/>
            </a:xfrm>
            <a:custGeom>
              <a:rect b="b" l="l" r="r" t="t"/>
              <a:pathLst>
                <a:path extrusionOk="0" h="2240" w="2227">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48"/>
          <p:cNvSpPr txBox="1"/>
          <p:nvPr>
            <p:ph idx="1" type="subTitle"/>
          </p:nvPr>
        </p:nvSpPr>
        <p:spPr>
          <a:xfrm>
            <a:off x="713275" y="2659200"/>
            <a:ext cx="3395400" cy="19005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sz="2400">
                <a:latin typeface="Oxanium Medium"/>
                <a:ea typeface="Oxanium Medium"/>
                <a:cs typeface="Oxanium Medium"/>
                <a:sym typeface="Oxanium Medium"/>
              </a:rPr>
              <a:t>Do you have any questions?</a:t>
            </a:r>
            <a:endParaRPr/>
          </a:p>
        </p:txBody>
      </p:sp>
      <p:sp>
        <p:nvSpPr>
          <p:cNvPr id="801" name="Google Shape;801;p48"/>
          <p:cNvSpPr txBox="1"/>
          <p:nvPr>
            <p:ph type="title"/>
          </p:nvPr>
        </p:nvSpPr>
        <p:spPr>
          <a:xfrm>
            <a:off x="1979400" y="1486025"/>
            <a:ext cx="5185200" cy="1225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7000"/>
              <a:t>Thank You!</a:t>
            </a:r>
            <a:endParaRPr sz="7000"/>
          </a:p>
        </p:txBody>
      </p:sp>
      <p:grpSp>
        <p:nvGrpSpPr>
          <p:cNvPr id="802" name="Google Shape;802;p48"/>
          <p:cNvGrpSpPr/>
          <p:nvPr/>
        </p:nvGrpSpPr>
        <p:grpSpPr>
          <a:xfrm>
            <a:off x="3591842" y="1592730"/>
            <a:ext cx="384055" cy="358453"/>
            <a:chOff x="5246797" y="1981426"/>
            <a:chExt cx="354752" cy="336512"/>
          </a:xfrm>
        </p:grpSpPr>
        <p:sp>
          <p:nvSpPr>
            <p:cNvPr id="803" name="Google Shape;803;p48"/>
            <p:cNvSpPr/>
            <p:nvPr/>
          </p:nvSpPr>
          <p:spPr>
            <a:xfrm>
              <a:off x="5246797" y="1981426"/>
              <a:ext cx="354752" cy="336512"/>
            </a:xfrm>
            <a:custGeom>
              <a:rect b="b" l="l" r="r" t="t"/>
              <a:pathLst>
                <a:path extrusionOk="0" h="10516" w="11086">
                  <a:moveTo>
                    <a:pt x="3239" y="312"/>
                  </a:moveTo>
                  <a:cubicBezTo>
                    <a:pt x="3352" y="312"/>
                    <a:pt x="3467" y="328"/>
                    <a:pt x="3584" y="359"/>
                  </a:cubicBezTo>
                  <a:cubicBezTo>
                    <a:pt x="4120" y="490"/>
                    <a:pt x="4322" y="955"/>
                    <a:pt x="4275" y="1324"/>
                  </a:cubicBezTo>
                  <a:cubicBezTo>
                    <a:pt x="4215" y="1776"/>
                    <a:pt x="3906" y="1979"/>
                    <a:pt x="3584" y="2038"/>
                  </a:cubicBezTo>
                  <a:lnTo>
                    <a:pt x="3679" y="1955"/>
                  </a:lnTo>
                  <a:cubicBezTo>
                    <a:pt x="3799" y="1824"/>
                    <a:pt x="3846" y="1633"/>
                    <a:pt x="3810" y="1443"/>
                  </a:cubicBezTo>
                  <a:cubicBezTo>
                    <a:pt x="3787" y="1193"/>
                    <a:pt x="3572" y="1014"/>
                    <a:pt x="3310" y="990"/>
                  </a:cubicBezTo>
                  <a:lnTo>
                    <a:pt x="3263" y="990"/>
                  </a:lnTo>
                  <a:cubicBezTo>
                    <a:pt x="3013" y="990"/>
                    <a:pt x="2798" y="1133"/>
                    <a:pt x="2679" y="1383"/>
                  </a:cubicBezTo>
                  <a:cubicBezTo>
                    <a:pt x="2620" y="1383"/>
                    <a:pt x="2560" y="1383"/>
                    <a:pt x="2477" y="1371"/>
                  </a:cubicBezTo>
                  <a:cubicBezTo>
                    <a:pt x="2275" y="1324"/>
                    <a:pt x="2120" y="1252"/>
                    <a:pt x="1977" y="1097"/>
                  </a:cubicBezTo>
                  <a:cubicBezTo>
                    <a:pt x="2060" y="1002"/>
                    <a:pt x="2179" y="836"/>
                    <a:pt x="2358" y="669"/>
                  </a:cubicBezTo>
                  <a:cubicBezTo>
                    <a:pt x="2629" y="433"/>
                    <a:pt x="2926" y="312"/>
                    <a:pt x="3239" y="312"/>
                  </a:cubicBezTo>
                  <a:close/>
                  <a:moveTo>
                    <a:pt x="4549" y="9837"/>
                  </a:moveTo>
                  <a:lnTo>
                    <a:pt x="4870" y="9944"/>
                  </a:lnTo>
                  <a:lnTo>
                    <a:pt x="4858" y="10182"/>
                  </a:lnTo>
                  <a:lnTo>
                    <a:pt x="4394" y="10182"/>
                  </a:lnTo>
                  <a:lnTo>
                    <a:pt x="4549" y="9837"/>
                  </a:lnTo>
                  <a:close/>
                  <a:moveTo>
                    <a:pt x="10025" y="9837"/>
                  </a:moveTo>
                  <a:lnTo>
                    <a:pt x="10383" y="9956"/>
                  </a:lnTo>
                  <a:lnTo>
                    <a:pt x="10347" y="10182"/>
                  </a:lnTo>
                  <a:lnTo>
                    <a:pt x="9871" y="10182"/>
                  </a:lnTo>
                  <a:lnTo>
                    <a:pt x="10025" y="9837"/>
                  </a:lnTo>
                  <a:close/>
                  <a:moveTo>
                    <a:pt x="3258" y="0"/>
                  </a:moveTo>
                  <a:cubicBezTo>
                    <a:pt x="2856" y="0"/>
                    <a:pt x="2470" y="146"/>
                    <a:pt x="2132" y="431"/>
                  </a:cubicBezTo>
                  <a:cubicBezTo>
                    <a:pt x="1846" y="669"/>
                    <a:pt x="1691" y="943"/>
                    <a:pt x="1643" y="1026"/>
                  </a:cubicBezTo>
                  <a:cubicBezTo>
                    <a:pt x="691" y="1836"/>
                    <a:pt x="60" y="2848"/>
                    <a:pt x="36" y="2895"/>
                  </a:cubicBezTo>
                  <a:cubicBezTo>
                    <a:pt x="0" y="2931"/>
                    <a:pt x="0" y="2979"/>
                    <a:pt x="24" y="3026"/>
                  </a:cubicBezTo>
                  <a:lnTo>
                    <a:pt x="119" y="3324"/>
                  </a:lnTo>
                  <a:cubicBezTo>
                    <a:pt x="203" y="3526"/>
                    <a:pt x="393" y="3669"/>
                    <a:pt x="596" y="3669"/>
                  </a:cubicBezTo>
                  <a:cubicBezTo>
                    <a:pt x="631" y="3669"/>
                    <a:pt x="679" y="3669"/>
                    <a:pt x="703" y="3645"/>
                  </a:cubicBezTo>
                  <a:cubicBezTo>
                    <a:pt x="953" y="3598"/>
                    <a:pt x="1191" y="3586"/>
                    <a:pt x="1417" y="3574"/>
                  </a:cubicBezTo>
                  <a:cubicBezTo>
                    <a:pt x="1703" y="3562"/>
                    <a:pt x="1989" y="3538"/>
                    <a:pt x="2239" y="3443"/>
                  </a:cubicBezTo>
                  <a:cubicBezTo>
                    <a:pt x="2322" y="3622"/>
                    <a:pt x="2405" y="3884"/>
                    <a:pt x="2489" y="4217"/>
                  </a:cubicBezTo>
                  <a:cubicBezTo>
                    <a:pt x="2727" y="5062"/>
                    <a:pt x="3037" y="6217"/>
                    <a:pt x="4072" y="6741"/>
                  </a:cubicBezTo>
                  <a:lnTo>
                    <a:pt x="4370" y="7979"/>
                  </a:lnTo>
                  <a:lnTo>
                    <a:pt x="4370" y="9456"/>
                  </a:lnTo>
                  <a:lnTo>
                    <a:pt x="4013" y="10289"/>
                  </a:lnTo>
                  <a:cubicBezTo>
                    <a:pt x="3989" y="10337"/>
                    <a:pt x="3989" y="10384"/>
                    <a:pt x="4025" y="10432"/>
                  </a:cubicBezTo>
                  <a:cubicBezTo>
                    <a:pt x="4049" y="10480"/>
                    <a:pt x="4096" y="10515"/>
                    <a:pt x="4156" y="10515"/>
                  </a:cubicBezTo>
                  <a:lnTo>
                    <a:pt x="5025" y="10515"/>
                  </a:lnTo>
                  <a:cubicBezTo>
                    <a:pt x="5108" y="10515"/>
                    <a:pt x="5168" y="10456"/>
                    <a:pt x="5180" y="10360"/>
                  </a:cubicBezTo>
                  <a:lnTo>
                    <a:pt x="5382" y="7134"/>
                  </a:lnTo>
                  <a:cubicBezTo>
                    <a:pt x="5465" y="7134"/>
                    <a:pt x="5561" y="7146"/>
                    <a:pt x="5644" y="7146"/>
                  </a:cubicBezTo>
                  <a:cubicBezTo>
                    <a:pt x="5739" y="7146"/>
                    <a:pt x="5811" y="7074"/>
                    <a:pt x="5811" y="7003"/>
                  </a:cubicBezTo>
                  <a:cubicBezTo>
                    <a:pt x="5811" y="6908"/>
                    <a:pt x="5751" y="6836"/>
                    <a:pt x="5656" y="6836"/>
                  </a:cubicBezTo>
                  <a:cubicBezTo>
                    <a:pt x="5573" y="6836"/>
                    <a:pt x="5477" y="6812"/>
                    <a:pt x="5406" y="6812"/>
                  </a:cubicBezTo>
                  <a:lnTo>
                    <a:pt x="5418" y="6551"/>
                  </a:lnTo>
                  <a:cubicBezTo>
                    <a:pt x="5418" y="6455"/>
                    <a:pt x="5358" y="6384"/>
                    <a:pt x="5275" y="6384"/>
                  </a:cubicBezTo>
                  <a:cubicBezTo>
                    <a:pt x="5180" y="6384"/>
                    <a:pt x="5108" y="6443"/>
                    <a:pt x="5108" y="6539"/>
                  </a:cubicBezTo>
                  <a:lnTo>
                    <a:pt x="4918" y="9646"/>
                  </a:lnTo>
                  <a:lnTo>
                    <a:pt x="4691" y="9575"/>
                  </a:lnTo>
                  <a:cubicBezTo>
                    <a:pt x="4703" y="9551"/>
                    <a:pt x="4703" y="9527"/>
                    <a:pt x="4703" y="9515"/>
                  </a:cubicBezTo>
                  <a:lnTo>
                    <a:pt x="4703" y="7991"/>
                  </a:lnTo>
                  <a:lnTo>
                    <a:pt x="4703" y="7944"/>
                  </a:lnTo>
                  <a:lnTo>
                    <a:pt x="4394" y="6622"/>
                  </a:lnTo>
                  <a:cubicBezTo>
                    <a:pt x="4382" y="6574"/>
                    <a:pt x="4346" y="6539"/>
                    <a:pt x="4310" y="6515"/>
                  </a:cubicBezTo>
                  <a:cubicBezTo>
                    <a:pt x="3370" y="6086"/>
                    <a:pt x="3072" y="5027"/>
                    <a:pt x="2846" y="4169"/>
                  </a:cubicBezTo>
                  <a:cubicBezTo>
                    <a:pt x="2763" y="3836"/>
                    <a:pt x="2667" y="3538"/>
                    <a:pt x="2560" y="3336"/>
                  </a:cubicBezTo>
                  <a:cubicBezTo>
                    <a:pt x="2667" y="3264"/>
                    <a:pt x="2775" y="3157"/>
                    <a:pt x="2858" y="3026"/>
                  </a:cubicBezTo>
                  <a:cubicBezTo>
                    <a:pt x="2906" y="2943"/>
                    <a:pt x="2894" y="2848"/>
                    <a:pt x="2822" y="2800"/>
                  </a:cubicBezTo>
                  <a:cubicBezTo>
                    <a:pt x="2790" y="2782"/>
                    <a:pt x="2756" y="2772"/>
                    <a:pt x="2724" y="2772"/>
                  </a:cubicBezTo>
                  <a:cubicBezTo>
                    <a:pt x="2673" y="2772"/>
                    <a:pt x="2625" y="2796"/>
                    <a:pt x="2596" y="2848"/>
                  </a:cubicBezTo>
                  <a:cubicBezTo>
                    <a:pt x="2322" y="3241"/>
                    <a:pt x="1953" y="3264"/>
                    <a:pt x="1429" y="3300"/>
                  </a:cubicBezTo>
                  <a:cubicBezTo>
                    <a:pt x="1215" y="3324"/>
                    <a:pt x="953" y="3336"/>
                    <a:pt x="679" y="3395"/>
                  </a:cubicBezTo>
                  <a:cubicBezTo>
                    <a:pt x="667" y="3397"/>
                    <a:pt x="656" y="3398"/>
                    <a:pt x="645" y="3398"/>
                  </a:cubicBezTo>
                  <a:cubicBezTo>
                    <a:pt x="564" y="3398"/>
                    <a:pt x="496" y="3360"/>
                    <a:pt x="465" y="3276"/>
                  </a:cubicBezTo>
                  <a:lnTo>
                    <a:pt x="393" y="3050"/>
                  </a:lnTo>
                  <a:cubicBezTo>
                    <a:pt x="536" y="2824"/>
                    <a:pt x="1060" y="2050"/>
                    <a:pt x="1810" y="1419"/>
                  </a:cubicBezTo>
                  <a:cubicBezTo>
                    <a:pt x="2138" y="1715"/>
                    <a:pt x="2493" y="1774"/>
                    <a:pt x="2701" y="1774"/>
                  </a:cubicBezTo>
                  <a:cubicBezTo>
                    <a:pt x="2803" y="1774"/>
                    <a:pt x="2870" y="1760"/>
                    <a:pt x="2882" y="1752"/>
                  </a:cubicBezTo>
                  <a:cubicBezTo>
                    <a:pt x="2941" y="1740"/>
                    <a:pt x="2977" y="1705"/>
                    <a:pt x="3001" y="1657"/>
                  </a:cubicBezTo>
                  <a:cubicBezTo>
                    <a:pt x="3084" y="1371"/>
                    <a:pt x="3275" y="1371"/>
                    <a:pt x="3322" y="1371"/>
                  </a:cubicBezTo>
                  <a:cubicBezTo>
                    <a:pt x="3418" y="1383"/>
                    <a:pt x="3513" y="1431"/>
                    <a:pt x="3537" y="1550"/>
                  </a:cubicBezTo>
                  <a:cubicBezTo>
                    <a:pt x="3548" y="1657"/>
                    <a:pt x="3537" y="1728"/>
                    <a:pt x="3477" y="1800"/>
                  </a:cubicBezTo>
                  <a:cubicBezTo>
                    <a:pt x="3334" y="1955"/>
                    <a:pt x="3037" y="2002"/>
                    <a:pt x="2941" y="2002"/>
                  </a:cubicBezTo>
                  <a:cubicBezTo>
                    <a:pt x="2858" y="2002"/>
                    <a:pt x="2798" y="2038"/>
                    <a:pt x="2786" y="2098"/>
                  </a:cubicBezTo>
                  <a:cubicBezTo>
                    <a:pt x="2775" y="2157"/>
                    <a:pt x="2786" y="2229"/>
                    <a:pt x="2846" y="2276"/>
                  </a:cubicBezTo>
                  <a:cubicBezTo>
                    <a:pt x="2858" y="2300"/>
                    <a:pt x="3060" y="2443"/>
                    <a:pt x="3358" y="2443"/>
                  </a:cubicBezTo>
                  <a:lnTo>
                    <a:pt x="3394" y="2443"/>
                  </a:lnTo>
                  <a:cubicBezTo>
                    <a:pt x="3489" y="2443"/>
                    <a:pt x="3560" y="2443"/>
                    <a:pt x="3632" y="2431"/>
                  </a:cubicBezTo>
                  <a:cubicBezTo>
                    <a:pt x="3727" y="2705"/>
                    <a:pt x="3810" y="2979"/>
                    <a:pt x="4025" y="3098"/>
                  </a:cubicBezTo>
                  <a:cubicBezTo>
                    <a:pt x="4522" y="3413"/>
                    <a:pt x="5457" y="3460"/>
                    <a:pt x="6454" y="3460"/>
                  </a:cubicBezTo>
                  <a:cubicBezTo>
                    <a:pt x="6698" y="3460"/>
                    <a:pt x="6946" y="3457"/>
                    <a:pt x="7192" y="3455"/>
                  </a:cubicBezTo>
                  <a:cubicBezTo>
                    <a:pt x="7402" y="3452"/>
                    <a:pt x="7611" y="3450"/>
                    <a:pt x="7813" y="3450"/>
                  </a:cubicBezTo>
                  <a:cubicBezTo>
                    <a:pt x="8512" y="3450"/>
                    <a:pt x="9135" y="3475"/>
                    <a:pt x="9514" y="3586"/>
                  </a:cubicBezTo>
                  <a:cubicBezTo>
                    <a:pt x="10406" y="3884"/>
                    <a:pt x="10585" y="4491"/>
                    <a:pt x="10585" y="4955"/>
                  </a:cubicBezTo>
                  <a:cubicBezTo>
                    <a:pt x="10585" y="5265"/>
                    <a:pt x="10514" y="5538"/>
                    <a:pt x="10442" y="5800"/>
                  </a:cubicBezTo>
                  <a:cubicBezTo>
                    <a:pt x="10347" y="6146"/>
                    <a:pt x="10240" y="6503"/>
                    <a:pt x="10323" y="6920"/>
                  </a:cubicBezTo>
                  <a:cubicBezTo>
                    <a:pt x="10395" y="7324"/>
                    <a:pt x="10657" y="7670"/>
                    <a:pt x="10764" y="7801"/>
                  </a:cubicBezTo>
                  <a:lnTo>
                    <a:pt x="10478" y="9670"/>
                  </a:lnTo>
                  <a:lnTo>
                    <a:pt x="10204" y="9587"/>
                  </a:lnTo>
                  <a:cubicBezTo>
                    <a:pt x="10204" y="9575"/>
                    <a:pt x="10216" y="9551"/>
                    <a:pt x="10216" y="9539"/>
                  </a:cubicBezTo>
                  <a:lnTo>
                    <a:pt x="10430" y="7872"/>
                  </a:lnTo>
                  <a:cubicBezTo>
                    <a:pt x="10454" y="7813"/>
                    <a:pt x="10418" y="7753"/>
                    <a:pt x="10359" y="7705"/>
                  </a:cubicBezTo>
                  <a:cubicBezTo>
                    <a:pt x="9216" y="6967"/>
                    <a:pt x="8811" y="6253"/>
                    <a:pt x="8692" y="5979"/>
                  </a:cubicBezTo>
                  <a:cubicBezTo>
                    <a:pt x="8674" y="5924"/>
                    <a:pt x="8607" y="5884"/>
                    <a:pt x="8544" y="5884"/>
                  </a:cubicBezTo>
                  <a:cubicBezTo>
                    <a:pt x="8525" y="5884"/>
                    <a:pt x="8506" y="5887"/>
                    <a:pt x="8490" y="5896"/>
                  </a:cubicBezTo>
                  <a:cubicBezTo>
                    <a:pt x="8406" y="5919"/>
                    <a:pt x="8371" y="6027"/>
                    <a:pt x="8394" y="6098"/>
                  </a:cubicBezTo>
                  <a:lnTo>
                    <a:pt x="8501" y="6312"/>
                  </a:lnTo>
                  <a:cubicBezTo>
                    <a:pt x="8168" y="6431"/>
                    <a:pt x="7239" y="6753"/>
                    <a:pt x="6346" y="6812"/>
                  </a:cubicBezTo>
                  <a:cubicBezTo>
                    <a:pt x="6251" y="6812"/>
                    <a:pt x="6180" y="6896"/>
                    <a:pt x="6192" y="6979"/>
                  </a:cubicBezTo>
                  <a:cubicBezTo>
                    <a:pt x="6192" y="7074"/>
                    <a:pt x="6263" y="7134"/>
                    <a:pt x="6358" y="7134"/>
                  </a:cubicBezTo>
                  <a:lnTo>
                    <a:pt x="6370" y="7134"/>
                  </a:lnTo>
                  <a:cubicBezTo>
                    <a:pt x="7382" y="7074"/>
                    <a:pt x="8430" y="6681"/>
                    <a:pt x="8692" y="6574"/>
                  </a:cubicBezTo>
                  <a:cubicBezTo>
                    <a:pt x="8942" y="6932"/>
                    <a:pt x="9383" y="7408"/>
                    <a:pt x="10109" y="7908"/>
                  </a:cubicBezTo>
                  <a:lnTo>
                    <a:pt x="9895" y="9432"/>
                  </a:lnTo>
                  <a:lnTo>
                    <a:pt x="9525" y="10289"/>
                  </a:lnTo>
                  <a:cubicBezTo>
                    <a:pt x="9514" y="10325"/>
                    <a:pt x="9514" y="10384"/>
                    <a:pt x="9537" y="10432"/>
                  </a:cubicBezTo>
                  <a:cubicBezTo>
                    <a:pt x="9573" y="10480"/>
                    <a:pt x="9621" y="10503"/>
                    <a:pt x="9680" y="10503"/>
                  </a:cubicBezTo>
                  <a:lnTo>
                    <a:pt x="10537" y="10503"/>
                  </a:lnTo>
                  <a:cubicBezTo>
                    <a:pt x="10609" y="10503"/>
                    <a:pt x="10692" y="10444"/>
                    <a:pt x="10704" y="10372"/>
                  </a:cubicBezTo>
                  <a:lnTo>
                    <a:pt x="11085" y="7741"/>
                  </a:lnTo>
                  <a:cubicBezTo>
                    <a:pt x="11049" y="7682"/>
                    <a:pt x="11026" y="7634"/>
                    <a:pt x="10990" y="7610"/>
                  </a:cubicBezTo>
                  <a:cubicBezTo>
                    <a:pt x="10990" y="7610"/>
                    <a:pt x="10645" y="7241"/>
                    <a:pt x="10573" y="6824"/>
                  </a:cubicBezTo>
                  <a:cubicBezTo>
                    <a:pt x="10514" y="6479"/>
                    <a:pt x="10585" y="6181"/>
                    <a:pt x="10680" y="5848"/>
                  </a:cubicBezTo>
                  <a:cubicBezTo>
                    <a:pt x="10752" y="5574"/>
                    <a:pt x="10835" y="5277"/>
                    <a:pt x="10835" y="4919"/>
                  </a:cubicBezTo>
                  <a:cubicBezTo>
                    <a:pt x="10835" y="4110"/>
                    <a:pt x="10383" y="3514"/>
                    <a:pt x="9537" y="3252"/>
                  </a:cubicBezTo>
                  <a:cubicBezTo>
                    <a:pt x="9075" y="3095"/>
                    <a:pt x="8298" y="3086"/>
                    <a:pt x="7459" y="3086"/>
                  </a:cubicBezTo>
                  <a:cubicBezTo>
                    <a:pt x="7347" y="3086"/>
                    <a:pt x="7234" y="3086"/>
                    <a:pt x="7120" y="3086"/>
                  </a:cubicBezTo>
                  <a:cubicBezTo>
                    <a:pt x="6906" y="3088"/>
                    <a:pt x="6687" y="3090"/>
                    <a:pt x="6469" y="3090"/>
                  </a:cubicBezTo>
                  <a:cubicBezTo>
                    <a:pt x="5513" y="3090"/>
                    <a:pt x="4578" y="3048"/>
                    <a:pt x="4132" y="2776"/>
                  </a:cubicBezTo>
                  <a:cubicBezTo>
                    <a:pt x="4025" y="2717"/>
                    <a:pt x="3953" y="2490"/>
                    <a:pt x="3894" y="2276"/>
                  </a:cubicBezTo>
                  <a:cubicBezTo>
                    <a:pt x="4310" y="2098"/>
                    <a:pt x="4549" y="1740"/>
                    <a:pt x="4584" y="1371"/>
                  </a:cubicBezTo>
                  <a:cubicBezTo>
                    <a:pt x="4620" y="1086"/>
                    <a:pt x="4561" y="800"/>
                    <a:pt x="4406" y="562"/>
                  </a:cubicBezTo>
                  <a:cubicBezTo>
                    <a:pt x="4251" y="312"/>
                    <a:pt x="3989" y="133"/>
                    <a:pt x="3668" y="50"/>
                  </a:cubicBezTo>
                  <a:cubicBezTo>
                    <a:pt x="3530" y="17"/>
                    <a:pt x="3393" y="0"/>
                    <a:pt x="325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48"/>
            <p:cNvSpPr/>
            <p:nvPr/>
          </p:nvSpPr>
          <p:spPr>
            <a:xfrm>
              <a:off x="5295565" y="2044338"/>
              <a:ext cx="10304" cy="10688"/>
            </a:xfrm>
            <a:custGeom>
              <a:rect b="b" l="l" r="r" t="t"/>
              <a:pathLst>
                <a:path extrusionOk="0" h="334" w="322">
                  <a:moveTo>
                    <a:pt x="167" y="1"/>
                  </a:moveTo>
                  <a:cubicBezTo>
                    <a:pt x="72" y="1"/>
                    <a:pt x="0" y="72"/>
                    <a:pt x="0" y="167"/>
                  </a:cubicBezTo>
                  <a:cubicBezTo>
                    <a:pt x="0" y="251"/>
                    <a:pt x="72" y="334"/>
                    <a:pt x="167" y="334"/>
                  </a:cubicBezTo>
                  <a:cubicBezTo>
                    <a:pt x="250" y="334"/>
                    <a:pt x="322" y="251"/>
                    <a:pt x="322" y="167"/>
                  </a:cubicBezTo>
                  <a:cubicBezTo>
                    <a:pt x="322" y="72"/>
                    <a:pt x="250" y="1"/>
                    <a:pt x="167"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eb Browser Theme for Business by Slidego">
  <a:themeElements>
    <a:clrScheme name="Simple Light">
      <a:dk1>
        <a:srgbClr val="191919"/>
      </a:dk1>
      <a:lt1>
        <a:srgbClr val="FFFFFF"/>
      </a:lt1>
      <a:dk2>
        <a:srgbClr val="F9F9F9"/>
      </a:dk2>
      <a:lt2>
        <a:srgbClr val="EBEBEB"/>
      </a:lt2>
      <a:accent1>
        <a:srgbClr val="CECECE"/>
      </a:accent1>
      <a:accent2>
        <a:srgbClr val="2C2C2C"/>
      </a:accent2>
      <a:accent3>
        <a:srgbClr val="A6C9DB"/>
      </a:accent3>
      <a:accent4>
        <a:srgbClr val="ECA788"/>
      </a:accent4>
      <a:accent5>
        <a:srgbClr val="FED4C3"/>
      </a:accent5>
      <a:accent6>
        <a:srgbClr val="C7A2B7"/>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